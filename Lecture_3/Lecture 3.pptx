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804"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EBD41-E9E4-213C-440C-90BB45F62A3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F696C99-6BFA-D266-AD28-1A9282F793F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1B46029-BC12-98CF-3A09-7E89AF103B80}"/>
              </a:ext>
            </a:extLst>
          </p:cNvPr>
          <p:cNvSpPr>
            <a:spLocks noGrp="1"/>
          </p:cNvSpPr>
          <p:nvPr>
            <p:ph type="dt" sz="half" idx="10"/>
          </p:nvPr>
        </p:nvSpPr>
        <p:spPr/>
        <p:txBody>
          <a:bodyPr/>
          <a:lstStyle/>
          <a:p>
            <a:fld id="{C256C294-B057-4C3F-A1F3-028B23522AC5}" type="datetimeFigureOut">
              <a:rPr lang="en-US" smtClean="0"/>
              <a:t>11/26/2025</a:t>
            </a:fld>
            <a:endParaRPr lang="en-US"/>
          </a:p>
        </p:txBody>
      </p:sp>
      <p:sp>
        <p:nvSpPr>
          <p:cNvPr id="5" name="Footer Placeholder 4">
            <a:extLst>
              <a:ext uri="{FF2B5EF4-FFF2-40B4-BE49-F238E27FC236}">
                <a16:creationId xmlns:a16="http://schemas.microsoft.com/office/drawing/2014/main" id="{CA65C197-9880-0E3F-A942-B50290DE6C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B76D7C-56D6-E3F2-5C74-5B3B990EAE02}"/>
              </a:ext>
            </a:extLst>
          </p:cNvPr>
          <p:cNvSpPr>
            <a:spLocks noGrp="1"/>
          </p:cNvSpPr>
          <p:nvPr>
            <p:ph type="sldNum" sz="quarter" idx="12"/>
          </p:nvPr>
        </p:nvSpPr>
        <p:spPr/>
        <p:txBody>
          <a:bodyPr/>
          <a:lstStyle/>
          <a:p>
            <a:fld id="{2970CD2D-FC54-4B79-B67A-5A498230D68F}" type="slidenum">
              <a:rPr lang="en-US" smtClean="0"/>
              <a:t>‹#›</a:t>
            </a:fld>
            <a:endParaRPr lang="en-US"/>
          </a:p>
        </p:txBody>
      </p:sp>
    </p:spTree>
    <p:extLst>
      <p:ext uri="{BB962C8B-B14F-4D97-AF65-F5344CB8AC3E}">
        <p14:creationId xmlns:p14="http://schemas.microsoft.com/office/powerpoint/2010/main" val="22000092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E9B13-7151-401D-6F00-D78BBA49D54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A35D9C8-0567-BFFC-1ACB-4972098C8A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B2ABBD-3816-163A-5233-9299FD9739BA}"/>
              </a:ext>
            </a:extLst>
          </p:cNvPr>
          <p:cNvSpPr>
            <a:spLocks noGrp="1"/>
          </p:cNvSpPr>
          <p:nvPr>
            <p:ph type="dt" sz="half" idx="10"/>
          </p:nvPr>
        </p:nvSpPr>
        <p:spPr/>
        <p:txBody>
          <a:bodyPr/>
          <a:lstStyle/>
          <a:p>
            <a:fld id="{C256C294-B057-4C3F-A1F3-028B23522AC5}" type="datetimeFigureOut">
              <a:rPr lang="en-US" smtClean="0"/>
              <a:t>11/26/2025</a:t>
            </a:fld>
            <a:endParaRPr lang="en-US"/>
          </a:p>
        </p:txBody>
      </p:sp>
      <p:sp>
        <p:nvSpPr>
          <p:cNvPr id="5" name="Footer Placeholder 4">
            <a:extLst>
              <a:ext uri="{FF2B5EF4-FFF2-40B4-BE49-F238E27FC236}">
                <a16:creationId xmlns:a16="http://schemas.microsoft.com/office/drawing/2014/main" id="{88564D8A-FEDE-3592-CDD9-1D1007EE3F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1F96CE-6500-E7A2-786A-F863CDD5BDCA}"/>
              </a:ext>
            </a:extLst>
          </p:cNvPr>
          <p:cNvSpPr>
            <a:spLocks noGrp="1"/>
          </p:cNvSpPr>
          <p:nvPr>
            <p:ph type="sldNum" sz="quarter" idx="12"/>
          </p:nvPr>
        </p:nvSpPr>
        <p:spPr/>
        <p:txBody>
          <a:bodyPr/>
          <a:lstStyle/>
          <a:p>
            <a:fld id="{2970CD2D-FC54-4B79-B67A-5A498230D68F}" type="slidenum">
              <a:rPr lang="en-US" smtClean="0"/>
              <a:t>‹#›</a:t>
            </a:fld>
            <a:endParaRPr lang="en-US"/>
          </a:p>
        </p:txBody>
      </p:sp>
    </p:spTree>
    <p:extLst>
      <p:ext uri="{BB962C8B-B14F-4D97-AF65-F5344CB8AC3E}">
        <p14:creationId xmlns:p14="http://schemas.microsoft.com/office/powerpoint/2010/main" val="33242208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C91A79-84E3-05BB-B56A-5A10260233F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4D83F4F-75BF-8C78-1550-A1793F54502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D3D2CF0-9341-797C-E6D0-4EDFD29CB9E6}"/>
              </a:ext>
            </a:extLst>
          </p:cNvPr>
          <p:cNvSpPr>
            <a:spLocks noGrp="1"/>
          </p:cNvSpPr>
          <p:nvPr>
            <p:ph type="dt" sz="half" idx="10"/>
          </p:nvPr>
        </p:nvSpPr>
        <p:spPr/>
        <p:txBody>
          <a:bodyPr/>
          <a:lstStyle/>
          <a:p>
            <a:fld id="{C256C294-B057-4C3F-A1F3-028B23522AC5}" type="datetimeFigureOut">
              <a:rPr lang="en-US" smtClean="0"/>
              <a:t>11/26/2025</a:t>
            </a:fld>
            <a:endParaRPr lang="en-US"/>
          </a:p>
        </p:txBody>
      </p:sp>
      <p:sp>
        <p:nvSpPr>
          <p:cNvPr id="5" name="Footer Placeholder 4">
            <a:extLst>
              <a:ext uri="{FF2B5EF4-FFF2-40B4-BE49-F238E27FC236}">
                <a16:creationId xmlns:a16="http://schemas.microsoft.com/office/drawing/2014/main" id="{D8564EBF-CE7A-C83A-0AD8-3A72309429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740CDD-F3C4-A164-6BC3-B67C40EB5B1F}"/>
              </a:ext>
            </a:extLst>
          </p:cNvPr>
          <p:cNvSpPr>
            <a:spLocks noGrp="1"/>
          </p:cNvSpPr>
          <p:nvPr>
            <p:ph type="sldNum" sz="quarter" idx="12"/>
          </p:nvPr>
        </p:nvSpPr>
        <p:spPr/>
        <p:txBody>
          <a:bodyPr/>
          <a:lstStyle/>
          <a:p>
            <a:fld id="{2970CD2D-FC54-4B79-B67A-5A498230D68F}" type="slidenum">
              <a:rPr lang="en-US" smtClean="0"/>
              <a:t>‹#›</a:t>
            </a:fld>
            <a:endParaRPr lang="en-US"/>
          </a:p>
        </p:txBody>
      </p:sp>
    </p:spTree>
    <p:extLst>
      <p:ext uri="{BB962C8B-B14F-4D97-AF65-F5344CB8AC3E}">
        <p14:creationId xmlns:p14="http://schemas.microsoft.com/office/powerpoint/2010/main" val="17844711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16461-6FDD-44BF-FD7C-C2AC9E04946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A0118BE-3BFB-C77B-9D90-FCAC8F07155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4E2D83A-9AF7-AC4C-C2A6-956AE34A5CF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6246FE8-368B-7A0E-CA67-5058723722DF}"/>
              </a:ext>
            </a:extLst>
          </p:cNvPr>
          <p:cNvSpPr>
            <a:spLocks noGrp="1"/>
          </p:cNvSpPr>
          <p:nvPr>
            <p:ph type="dt" sz="half" idx="10"/>
          </p:nvPr>
        </p:nvSpPr>
        <p:spPr/>
        <p:txBody>
          <a:bodyPr/>
          <a:lstStyle/>
          <a:p>
            <a:fld id="{C256C294-B057-4C3F-A1F3-028B23522AC5}" type="datetimeFigureOut">
              <a:rPr lang="en-US" smtClean="0"/>
              <a:t>11/26/2025</a:t>
            </a:fld>
            <a:endParaRPr lang="en-US"/>
          </a:p>
        </p:txBody>
      </p:sp>
      <p:sp>
        <p:nvSpPr>
          <p:cNvPr id="6" name="Footer Placeholder 5">
            <a:extLst>
              <a:ext uri="{FF2B5EF4-FFF2-40B4-BE49-F238E27FC236}">
                <a16:creationId xmlns:a16="http://schemas.microsoft.com/office/drawing/2014/main" id="{433A7B64-3007-1996-68A9-8F64DF69AEC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EB5357F-7853-57B8-2B4E-7197FDE15874}"/>
              </a:ext>
            </a:extLst>
          </p:cNvPr>
          <p:cNvSpPr>
            <a:spLocks noGrp="1"/>
          </p:cNvSpPr>
          <p:nvPr>
            <p:ph type="sldNum" sz="quarter" idx="12"/>
          </p:nvPr>
        </p:nvSpPr>
        <p:spPr/>
        <p:txBody>
          <a:bodyPr/>
          <a:lstStyle/>
          <a:p>
            <a:fld id="{2970CD2D-FC54-4B79-B67A-5A498230D68F}" type="slidenum">
              <a:rPr lang="en-US" smtClean="0"/>
              <a:t>‹#›</a:t>
            </a:fld>
            <a:endParaRPr lang="en-US"/>
          </a:p>
        </p:txBody>
      </p:sp>
    </p:spTree>
    <p:extLst>
      <p:ext uri="{BB962C8B-B14F-4D97-AF65-F5344CB8AC3E}">
        <p14:creationId xmlns:p14="http://schemas.microsoft.com/office/powerpoint/2010/main" val="3657246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40559-DEC9-A15D-F1FF-0F98842B856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83E4CEB-DBF8-1838-DBB7-352F06697AD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2020557-F813-BB9B-0073-D7712A8A801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0999574-29A9-09AC-5648-A9B680D9552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028C51D-D4D7-25CA-9A7F-B164EACF435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D13497F-FCDF-F9B6-A3A4-304F91469BBA}"/>
              </a:ext>
            </a:extLst>
          </p:cNvPr>
          <p:cNvSpPr>
            <a:spLocks noGrp="1"/>
          </p:cNvSpPr>
          <p:nvPr>
            <p:ph type="dt" sz="half" idx="10"/>
          </p:nvPr>
        </p:nvSpPr>
        <p:spPr/>
        <p:txBody>
          <a:bodyPr/>
          <a:lstStyle/>
          <a:p>
            <a:fld id="{C256C294-B057-4C3F-A1F3-028B23522AC5}" type="datetimeFigureOut">
              <a:rPr lang="en-US" smtClean="0"/>
              <a:t>11/26/2025</a:t>
            </a:fld>
            <a:endParaRPr lang="en-US"/>
          </a:p>
        </p:txBody>
      </p:sp>
      <p:sp>
        <p:nvSpPr>
          <p:cNvPr id="8" name="Footer Placeholder 7">
            <a:extLst>
              <a:ext uri="{FF2B5EF4-FFF2-40B4-BE49-F238E27FC236}">
                <a16:creationId xmlns:a16="http://schemas.microsoft.com/office/drawing/2014/main" id="{141C03D0-8ABC-9788-7E6A-B5A873DF164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E0A0A56-408F-6FE7-6556-DD852B476F5C}"/>
              </a:ext>
            </a:extLst>
          </p:cNvPr>
          <p:cNvSpPr>
            <a:spLocks noGrp="1"/>
          </p:cNvSpPr>
          <p:nvPr>
            <p:ph type="sldNum" sz="quarter" idx="12"/>
          </p:nvPr>
        </p:nvSpPr>
        <p:spPr/>
        <p:txBody>
          <a:bodyPr/>
          <a:lstStyle/>
          <a:p>
            <a:fld id="{2970CD2D-FC54-4B79-B67A-5A498230D68F}" type="slidenum">
              <a:rPr lang="en-US" smtClean="0"/>
              <a:t>‹#›</a:t>
            </a:fld>
            <a:endParaRPr lang="en-US"/>
          </a:p>
        </p:txBody>
      </p:sp>
    </p:spTree>
    <p:extLst>
      <p:ext uri="{BB962C8B-B14F-4D97-AF65-F5344CB8AC3E}">
        <p14:creationId xmlns:p14="http://schemas.microsoft.com/office/powerpoint/2010/main" val="23299947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0B9F6-8CEF-2937-CA04-9DACBD7A1EC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F319D6B-A91E-EA74-3C83-E84FF3659869}"/>
              </a:ext>
            </a:extLst>
          </p:cNvPr>
          <p:cNvSpPr>
            <a:spLocks noGrp="1"/>
          </p:cNvSpPr>
          <p:nvPr>
            <p:ph type="dt" sz="half" idx="10"/>
          </p:nvPr>
        </p:nvSpPr>
        <p:spPr/>
        <p:txBody>
          <a:bodyPr/>
          <a:lstStyle/>
          <a:p>
            <a:fld id="{C256C294-B057-4C3F-A1F3-028B23522AC5}" type="datetimeFigureOut">
              <a:rPr lang="en-US" smtClean="0"/>
              <a:t>11/26/2025</a:t>
            </a:fld>
            <a:endParaRPr lang="en-US"/>
          </a:p>
        </p:txBody>
      </p:sp>
      <p:sp>
        <p:nvSpPr>
          <p:cNvPr id="4" name="Footer Placeholder 3">
            <a:extLst>
              <a:ext uri="{FF2B5EF4-FFF2-40B4-BE49-F238E27FC236}">
                <a16:creationId xmlns:a16="http://schemas.microsoft.com/office/drawing/2014/main" id="{EB9D7240-B142-67D2-7F33-C26912811A1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2285235-024A-87AD-DCDE-E9863EBBE17B}"/>
              </a:ext>
            </a:extLst>
          </p:cNvPr>
          <p:cNvSpPr>
            <a:spLocks noGrp="1"/>
          </p:cNvSpPr>
          <p:nvPr>
            <p:ph type="sldNum" sz="quarter" idx="12"/>
          </p:nvPr>
        </p:nvSpPr>
        <p:spPr/>
        <p:txBody>
          <a:bodyPr/>
          <a:lstStyle/>
          <a:p>
            <a:fld id="{2970CD2D-FC54-4B79-B67A-5A498230D68F}" type="slidenum">
              <a:rPr lang="en-US" smtClean="0"/>
              <a:t>‹#›</a:t>
            </a:fld>
            <a:endParaRPr lang="en-US"/>
          </a:p>
        </p:txBody>
      </p:sp>
    </p:spTree>
    <p:extLst>
      <p:ext uri="{BB962C8B-B14F-4D97-AF65-F5344CB8AC3E}">
        <p14:creationId xmlns:p14="http://schemas.microsoft.com/office/powerpoint/2010/main" val="29112722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5C15F63-846B-5768-034F-C17E59024445}"/>
              </a:ext>
            </a:extLst>
          </p:cNvPr>
          <p:cNvSpPr>
            <a:spLocks noGrp="1"/>
          </p:cNvSpPr>
          <p:nvPr>
            <p:ph type="dt" sz="half" idx="10"/>
          </p:nvPr>
        </p:nvSpPr>
        <p:spPr/>
        <p:txBody>
          <a:bodyPr/>
          <a:lstStyle/>
          <a:p>
            <a:fld id="{C256C294-B057-4C3F-A1F3-028B23522AC5}" type="datetimeFigureOut">
              <a:rPr lang="en-US" smtClean="0"/>
              <a:t>11/26/2025</a:t>
            </a:fld>
            <a:endParaRPr lang="en-US"/>
          </a:p>
        </p:txBody>
      </p:sp>
      <p:sp>
        <p:nvSpPr>
          <p:cNvPr id="3" name="Footer Placeholder 2">
            <a:extLst>
              <a:ext uri="{FF2B5EF4-FFF2-40B4-BE49-F238E27FC236}">
                <a16:creationId xmlns:a16="http://schemas.microsoft.com/office/drawing/2014/main" id="{8ACFEDEC-DAB4-A6CC-AC2B-D9BB2940556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76C5420-C855-9A66-0C25-F1B8970E10DE}"/>
              </a:ext>
            </a:extLst>
          </p:cNvPr>
          <p:cNvSpPr>
            <a:spLocks noGrp="1"/>
          </p:cNvSpPr>
          <p:nvPr>
            <p:ph type="sldNum" sz="quarter" idx="12"/>
          </p:nvPr>
        </p:nvSpPr>
        <p:spPr/>
        <p:txBody>
          <a:bodyPr/>
          <a:lstStyle/>
          <a:p>
            <a:fld id="{2970CD2D-FC54-4B79-B67A-5A498230D68F}" type="slidenum">
              <a:rPr lang="en-US" smtClean="0"/>
              <a:t>‹#›</a:t>
            </a:fld>
            <a:endParaRPr lang="en-US"/>
          </a:p>
        </p:txBody>
      </p:sp>
    </p:spTree>
    <p:extLst>
      <p:ext uri="{BB962C8B-B14F-4D97-AF65-F5344CB8AC3E}">
        <p14:creationId xmlns:p14="http://schemas.microsoft.com/office/powerpoint/2010/main" val="31966129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D7804-2728-44C9-B63B-36B7D5AE47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49D86AA-DFD5-64C9-F645-51C2DF8B0BB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9A1B8A-B609-8D26-73A8-3377E99F55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6F2F97-A56D-6744-3406-8BE4C6AFE5FF}"/>
              </a:ext>
            </a:extLst>
          </p:cNvPr>
          <p:cNvSpPr>
            <a:spLocks noGrp="1"/>
          </p:cNvSpPr>
          <p:nvPr>
            <p:ph type="dt" sz="half" idx="10"/>
          </p:nvPr>
        </p:nvSpPr>
        <p:spPr/>
        <p:txBody>
          <a:bodyPr/>
          <a:lstStyle/>
          <a:p>
            <a:fld id="{C256C294-B057-4C3F-A1F3-028B23522AC5}" type="datetimeFigureOut">
              <a:rPr lang="en-US" smtClean="0"/>
              <a:t>11/26/2025</a:t>
            </a:fld>
            <a:endParaRPr lang="en-US"/>
          </a:p>
        </p:txBody>
      </p:sp>
      <p:sp>
        <p:nvSpPr>
          <p:cNvPr id="6" name="Footer Placeholder 5">
            <a:extLst>
              <a:ext uri="{FF2B5EF4-FFF2-40B4-BE49-F238E27FC236}">
                <a16:creationId xmlns:a16="http://schemas.microsoft.com/office/drawing/2014/main" id="{831FC0F7-360C-0973-9164-4B628B9E0E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C359AD6-EDF3-B9F1-DCD3-C1A0BF037BE2}"/>
              </a:ext>
            </a:extLst>
          </p:cNvPr>
          <p:cNvSpPr>
            <a:spLocks noGrp="1"/>
          </p:cNvSpPr>
          <p:nvPr>
            <p:ph type="sldNum" sz="quarter" idx="12"/>
          </p:nvPr>
        </p:nvSpPr>
        <p:spPr/>
        <p:txBody>
          <a:bodyPr/>
          <a:lstStyle/>
          <a:p>
            <a:fld id="{2970CD2D-FC54-4B79-B67A-5A498230D68F}" type="slidenum">
              <a:rPr lang="en-US" smtClean="0"/>
              <a:t>‹#›</a:t>
            </a:fld>
            <a:endParaRPr lang="en-US"/>
          </a:p>
        </p:txBody>
      </p:sp>
    </p:spTree>
    <p:extLst>
      <p:ext uri="{BB962C8B-B14F-4D97-AF65-F5344CB8AC3E}">
        <p14:creationId xmlns:p14="http://schemas.microsoft.com/office/powerpoint/2010/main" val="33685892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9AB49-857B-AFD4-1765-E4D868078BE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227652A-85C0-F477-5CCD-B5D60C6E9F5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C4999B4-428A-9328-B1ED-AC597B0A7E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F347C66-49FE-24F5-F752-3BFFE6C3D630}"/>
              </a:ext>
            </a:extLst>
          </p:cNvPr>
          <p:cNvSpPr>
            <a:spLocks noGrp="1"/>
          </p:cNvSpPr>
          <p:nvPr>
            <p:ph type="dt" sz="half" idx="10"/>
          </p:nvPr>
        </p:nvSpPr>
        <p:spPr/>
        <p:txBody>
          <a:bodyPr/>
          <a:lstStyle/>
          <a:p>
            <a:fld id="{C256C294-B057-4C3F-A1F3-028B23522AC5}" type="datetimeFigureOut">
              <a:rPr lang="en-US" smtClean="0"/>
              <a:t>11/26/2025</a:t>
            </a:fld>
            <a:endParaRPr lang="en-US"/>
          </a:p>
        </p:txBody>
      </p:sp>
      <p:sp>
        <p:nvSpPr>
          <p:cNvPr id="6" name="Footer Placeholder 5">
            <a:extLst>
              <a:ext uri="{FF2B5EF4-FFF2-40B4-BE49-F238E27FC236}">
                <a16:creationId xmlns:a16="http://schemas.microsoft.com/office/drawing/2014/main" id="{28420DB7-C291-830A-2F6E-05234A15919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764F7B8-1974-76FA-3964-5545C80BD5AF}"/>
              </a:ext>
            </a:extLst>
          </p:cNvPr>
          <p:cNvSpPr>
            <a:spLocks noGrp="1"/>
          </p:cNvSpPr>
          <p:nvPr>
            <p:ph type="sldNum" sz="quarter" idx="12"/>
          </p:nvPr>
        </p:nvSpPr>
        <p:spPr/>
        <p:txBody>
          <a:bodyPr/>
          <a:lstStyle/>
          <a:p>
            <a:fld id="{2970CD2D-FC54-4B79-B67A-5A498230D68F}" type="slidenum">
              <a:rPr lang="en-US" smtClean="0"/>
              <a:t>‹#›</a:t>
            </a:fld>
            <a:endParaRPr lang="en-US"/>
          </a:p>
        </p:txBody>
      </p:sp>
    </p:spTree>
    <p:extLst>
      <p:ext uri="{BB962C8B-B14F-4D97-AF65-F5344CB8AC3E}">
        <p14:creationId xmlns:p14="http://schemas.microsoft.com/office/powerpoint/2010/main" val="29558349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78660-CF05-8924-84B2-C5B194125A5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48B2F3C-E708-89FB-BD0D-DD7DFE7C06C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772791-F376-37DB-F1AA-964651E17EE3}"/>
              </a:ext>
            </a:extLst>
          </p:cNvPr>
          <p:cNvSpPr>
            <a:spLocks noGrp="1"/>
          </p:cNvSpPr>
          <p:nvPr>
            <p:ph type="dt" sz="half" idx="10"/>
          </p:nvPr>
        </p:nvSpPr>
        <p:spPr/>
        <p:txBody>
          <a:bodyPr/>
          <a:lstStyle/>
          <a:p>
            <a:fld id="{C256C294-B057-4C3F-A1F3-028B23522AC5}" type="datetimeFigureOut">
              <a:rPr lang="en-US" smtClean="0"/>
              <a:t>11/26/2025</a:t>
            </a:fld>
            <a:endParaRPr lang="en-US"/>
          </a:p>
        </p:txBody>
      </p:sp>
      <p:sp>
        <p:nvSpPr>
          <p:cNvPr id="5" name="Footer Placeholder 4">
            <a:extLst>
              <a:ext uri="{FF2B5EF4-FFF2-40B4-BE49-F238E27FC236}">
                <a16:creationId xmlns:a16="http://schemas.microsoft.com/office/drawing/2014/main" id="{73DAF4E9-99C3-9112-3195-EE520717C9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EFA24F-309B-F9B4-1B77-998B4F880713}"/>
              </a:ext>
            </a:extLst>
          </p:cNvPr>
          <p:cNvSpPr>
            <a:spLocks noGrp="1"/>
          </p:cNvSpPr>
          <p:nvPr>
            <p:ph type="sldNum" sz="quarter" idx="12"/>
          </p:nvPr>
        </p:nvSpPr>
        <p:spPr/>
        <p:txBody>
          <a:bodyPr/>
          <a:lstStyle/>
          <a:p>
            <a:fld id="{2970CD2D-FC54-4B79-B67A-5A498230D68F}" type="slidenum">
              <a:rPr lang="en-US" smtClean="0"/>
              <a:t>‹#›</a:t>
            </a:fld>
            <a:endParaRPr lang="en-US"/>
          </a:p>
        </p:txBody>
      </p:sp>
    </p:spTree>
    <p:extLst>
      <p:ext uri="{BB962C8B-B14F-4D97-AF65-F5344CB8AC3E}">
        <p14:creationId xmlns:p14="http://schemas.microsoft.com/office/powerpoint/2010/main" val="25061530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A990DFD-0DF2-640B-2891-F7551A18255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B7BE222-F976-8A8E-4D24-E345D638BF6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9C5498-69EB-38C7-A6D9-6A87E6C48BDE}"/>
              </a:ext>
            </a:extLst>
          </p:cNvPr>
          <p:cNvSpPr>
            <a:spLocks noGrp="1"/>
          </p:cNvSpPr>
          <p:nvPr>
            <p:ph type="dt" sz="half" idx="10"/>
          </p:nvPr>
        </p:nvSpPr>
        <p:spPr/>
        <p:txBody>
          <a:bodyPr/>
          <a:lstStyle/>
          <a:p>
            <a:fld id="{C256C294-B057-4C3F-A1F3-028B23522AC5}" type="datetimeFigureOut">
              <a:rPr lang="en-US" smtClean="0"/>
              <a:t>11/26/2025</a:t>
            </a:fld>
            <a:endParaRPr lang="en-US"/>
          </a:p>
        </p:txBody>
      </p:sp>
      <p:sp>
        <p:nvSpPr>
          <p:cNvPr id="5" name="Footer Placeholder 4">
            <a:extLst>
              <a:ext uri="{FF2B5EF4-FFF2-40B4-BE49-F238E27FC236}">
                <a16:creationId xmlns:a16="http://schemas.microsoft.com/office/drawing/2014/main" id="{EE383DF2-D056-880A-FA07-B19780221E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4C9407-F1B4-003C-A6A3-47980FC7BA4A}"/>
              </a:ext>
            </a:extLst>
          </p:cNvPr>
          <p:cNvSpPr>
            <a:spLocks noGrp="1"/>
          </p:cNvSpPr>
          <p:nvPr>
            <p:ph type="sldNum" sz="quarter" idx="12"/>
          </p:nvPr>
        </p:nvSpPr>
        <p:spPr/>
        <p:txBody>
          <a:bodyPr/>
          <a:lstStyle/>
          <a:p>
            <a:fld id="{2970CD2D-FC54-4B79-B67A-5A498230D68F}" type="slidenum">
              <a:rPr lang="en-US" smtClean="0"/>
              <a:t>‹#›</a:t>
            </a:fld>
            <a:endParaRPr lang="en-US"/>
          </a:p>
        </p:txBody>
      </p:sp>
    </p:spTree>
    <p:extLst>
      <p:ext uri="{BB962C8B-B14F-4D97-AF65-F5344CB8AC3E}">
        <p14:creationId xmlns:p14="http://schemas.microsoft.com/office/powerpoint/2010/main" val="32231244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44B15A4-D6F2-89A3-6A27-A226DB8B3E2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C1A9482-798E-933F-4D9F-E85388B4814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8838F4-513D-9724-C995-6E4894F1523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256C294-B057-4C3F-A1F3-028B23522AC5}" type="datetimeFigureOut">
              <a:rPr lang="en-US" smtClean="0"/>
              <a:t>11/26/2025</a:t>
            </a:fld>
            <a:endParaRPr lang="en-US"/>
          </a:p>
        </p:txBody>
      </p:sp>
      <p:sp>
        <p:nvSpPr>
          <p:cNvPr id="5" name="Footer Placeholder 4">
            <a:extLst>
              <a:ext uri="{FF2B5EF4-FFF2-40B4-BE49-F238E27FC236}">
                <a16:creationId xmlns:a16="http://schemas.microsoft.com/office/drawing/2014/main" id="{F745FF4B-8ABF-DA7A-9E60-649EA9B913A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02D2CB7-DD17-BC90-03C0-EFA5296FF24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970CD2D-FC54-4B79-B67A-5A498230D68F}" type="slidenum">
              <a:rPr lang="en-US" smtClean="0"/>
              <a:t>‹#›</a:t>
            </a:fld>
            <a:endParaRPr lang="en-US"/>
          </a:p>
        </p:txBody>
      </p:sp>
    </p:spTree>
    <p:extLst>
      <p:ext uri="{BB962C8B-B14F-4D97-AF65-F5344CB8AC3E}">
        <p14:creationId xmlns:p14="http://schemas.microsoft.com/office/powerpoint/2010/main" val="11848307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geeksforgeeks.org/what-is-mean/"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geeksforgeeks.org/median/"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www.geeksforgeeks.org/what-is-mode/"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youtu.be/jx8a_jdlxAQ?si=Rn38vw4bUNDyxQgB" TargetMode="External"/><Relationship Id="rId2" Type="http://schemas.openxmlformats.org/officeDocument/2006/relationships/hyperlink" Target="https://www.geeksforgeeks.org/variance/" TargetMode="Externa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hyperlink" Target="https://www.mathsisfun.com/data/standard-deviation.html"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ww.geeksforgeeks.org/maths/variance-and-standard-deviation/" TargetMode="External"/><Relationship Id="rId2" Type="http://schemas.openxmlformats.org/officeDocument/2006/relationships/hyperlink" Target="https://youtu.be/5wJUUgnMGWA?si=MaU_yQWOQeSJNcgo" TargetMode="Externa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38399-B300-1B03-546F-F3C32159DFFD}"/>
              </a:ext>
            </a:extLst>
          </p:cNvPr>
          <p:cNvSpPr>
            <a:spLocks noGrp="1"/>
          </p:cNvSpPr>
          <p:nvPr>
            <p:ph type="ctrTitle"/>
          </p:nvPr>
        </p:nvSpPr>
        <p:spPr/>
        <p:txBody>
          <a:bodyPr/>
          <a:lstStyle/>
          <a:p>
            <a:r>
              <a:rPr lang="en-US" dirty="0"/>
              <a:t>Basic Statistics and Probability </a:t>
            </a:r>
          </a:p>
        </p:txBody>
      </p:sp>
      <p:sp>
        <p:nvSpPr>
          <p:cNvPr id="3" name="Subtitle 2">
            <a:extLst>
              <a:ext uri="{FF2B5EF4-FFF2-40B4-BE49-F238E27FC236}">
                <a16:creationId xmlns:a16="http://schemas.microsoft.com/office/drawing/2014/main" id="{75766E20-465E-FE39-6BAC-532EF0581C3C}"/>
              </a:ext>
            </a:extLst>
          </p:cNvPr>
          <p:cNvSpPr>
            <a:spLocks noGrp="1"/>
          </p:cNvSpPr>
          <p:nvPr>
            <p:ph type="subTitle" idx="1"/>
          </p:nvPr>
        </p:nvSpPr>
        <p:spPr/>
        <p:txBody>
          <a:bodyPr/>
          <a:lstStyle/>
          <a:p>
            <a:r>
              <a:rPr lang="en-US" dirty="0"/>
              <a:t>AI and Data Science</a:t>
            </a:r>
          </a:p>
          <a:p>
            <a:r>
              <a:rPr lang="en-US" dirty="0"/>
              <a:t>Presented By:</a:t>
            </a:r>
          </a:p>
          <a:p>
            <a:r>
              <a:rPr lang="en-US" dirty="0"/>
              <a:t>Muhammad Sanan Qureshi</a:t>
            </a:r>
          </a:p>
        </p:txBody>
      </p:sp>
    </p:spTree>
    <p:extLst>
      <p:ext uri="{BB962C8B-B14F-4D97-AF65-F5344CB8AC3E}">
        <p14:creationId xmlns:p14="http://schemas.microsoft.com/office/powerpoint/2010/main" val="18862767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AF926-AB57-8F70-5A64-1716D6EA864E}"/>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B1603119-F1A6-A174-7103-B2621E5A64E4}"/>
              </a:ext>
            </a:extLst>
          </p:cNvPr>
          <p:cNvSpPr>
            <a:spLocks noGrp="1"/>
          </p:cNvSpPr>
          <p:nvPr>
            <p:ph idx="1"/>
          </p:nvPr>
        </p:nvSpPr>
        <p:spPr/>
        <p:txBody>
          <a:bodyPr/>
          <a:lstStyle/>
          <a:p>
            <a:r>
              <a:rPr lang="en-US" dirty="0"/>
              <a:t>Mean, Median and Mode </a:t>
            </a:r>
          </a:p>
          <a:p>
            <a:r>
              <a:rPr lang="en-US" dirty="0"/>
              <a:t>Range, Variance, and Standard Deviation</a:t>
            </a:r>
          </a:p>
          <a:p>
            <a:r>
              <a:rPr lang="en-US" dirty="0"/>
              <a:t>Simple Probability</a:t>
            </a:r>
          </a:p>
          <a:p>
            <a:r>
              <a:rPr lang="en-US" dirty="0"/>
              <a:t>Expected Value </a:t>
            </a:r>
          </a:p>
          <a:p>
            <a:r>
              <a:rPr lang="en-US" dirty="0"/>
              <a:t>Dependent and Independent Event </a:t>
            </a:r>
          </a:p>
        </p:txBody>
      </p:sp>
    </p:spTree>
    <p:extLst>
      <p:ext uri="{BB962C8B-B14F-4D97-AF65-F5344CB8AC3E}">
        <p14:creationId xmlns:p14="http://schemas.microsoft.com/office/powerpoint/2010/main" val="868501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EC0CAA-6894-BCED-2268-5AC8E07231A0}"/>
              </a:ext>
            </a:extLst>
          </p:cNvPr>
          <p:cNvSpPr>
            <a:spLocks noGrp="1"/>
          </p:cNvSpPr>
          <p:nvPr>
            <p:ph type="title"/>
          </p:nvPr>
        </p:nvSpPr>
        <p:spPr/>
        <p:txBody>
          <a:bodyPr/>
          <a:lstStyle/>
          <a:p>
            <a:r>
              <a:rPr lang="en-US" dirty="0"/>
              <a:t>Mean </a:t>
            </a:r>
          </a:p>
        </p:txBody>
      </p:sp>
      <p:sp>
        <p:nvSpPr>
          <p:cNvPr id="3" name="Content Placeholder 2">
            <a:extLst>
              <a:ext uri="{FF2B5EF4-FFF2-40B4-BE49-F238E27FC236}">
                <a16:creationId xmlns:a16="http://schemas.microsoft.com/office/drawing/2014/main" id="{05291FC3-685D-8377-D275-D5B1F206585F}"/>
              </a:ext>
            </a:extLst>
          </p:cNvPr>
          <p:cNvSpPr>
            <a:spLocks noGrp="1"/>
          </p:cNvSpPr>
          <p:nvPr>
            <p:ph idx="1"/>
          </p:nvPr>
        </p:nvSpPr>
        <p:spPr>
          <a:xfrm>
            <a:off x="838200" y="1825625"/>
            <a:ext cx="7401674" cy="4351338"/>
          </a:xfrm>
        </p:spPr>
        <p:txBody>
          <a:bodyPr/>
          <a:lstStyle/>
          <a:p>
            <a:r>
              <a:rPr lang="en-US" i="1" dirty="0"/>
              <a:t>The </a:t>
            </a:r>
            <a:r>
              <a:rPr lang="en-US" i="1" u="sng" dirty="0">
                <a:hlinkClick r:id="rId2"/>
              </a:rPr>
              <a:t>mean</a:t>
            </a:r>
            <a:r>
              <a:rPr lang="en-US" i="1" dirty="0"/>
              <a:t> of all the numbers in a dataset is its average. It is a central tendency measure. that is calculated by adding up all the values in a dataset and dividing by the total number of values.*</a:t>
            </a:r>
          </a:p>
          <a:p>
            <a:r>
              <a:rPr lang="en-US" dirty="0"/>
              <a:t>Add all the values in the dataset and divide by the number of values.</a:t>
            </a:r>
          </a:p>
          <a:p>
            <a:r>
              <a:rPr lang="en-US" b="1" dirty="0"/>
              <a:t>Q1. </a:t>
            </a:r>
            <a:r>
              <a:rPr lang="en-US" dirty="0"/>
              <a:t>Over ten days, a corporation has tracked the quantity of goods sold every day. The following statistics are provided:</a:t>
            </a:r>
          </a:p>
        </p:txBody>
      </p:sp>
      <p:sp>
        <p:nvSpPr>
          <p:cNvPr id="4" name="TextBox 3">
            <a:extLst>
              <a:ext uri="{FF2B5EF4-FFF2-40B4-BE49-F238E27FC236}">
                <a16:creationId xmlns:a16="http://schemas.microsoft.com/office/drawing/2014/main" id="{FF6AF1FC-D898-9FDB-3A8F-EEFBDD7A0C8C}"/>
              </a:ext>
            </a:extLst>
          </p:cNvPr>
          <p:cNvSpPr txBox="1"/>
          <p:nvPr/>
        </p:nvSpPr>
        <p:spPr>
          <a:xfrm>
            <a:off x="195209" y="6390526"/>
            <a:ext cx="6791218" cy="369332"/>
          </a:xfrm>
          <a:prstGeom prst="rect">
            <a:avLst/>
          </a:prstGeom>
          <a:noFill/>
        </p:spPr>
        <p:txBody>
          <a:bodyPr wrap="square" rtlCol="0">
            <a:spAutoFit/>
          </a:bodyPr>
          <a:lstStyle/>
          <a:p>
            <a:r>
              <a:rPr lang="en-US" dirty="0"/>
              <a:t>*Credit goes to </a:t>
            </a:r>
            <a:r>
              <a:rPr lang="en-US" dirty="0" err="1"/>
              <a:t>geeksforgeeks</a:t>
            </a:r>
            <a:endParaRPr lang="en-US" dirty="0"/>
          </a:p>
        </p:txBody>
      </p:sp>
      <p:graphicFrame>
        <p:nvGraphicFramePr>
          <p:cNvPr id="5" name="Table 4">
            <a:extLst>
              <a:ext uri="{FF2B5EF4-FFF2-40B4-BE49-F238E27FC236}">
                <a16:creationId xmlns:a16="http://schemas.microsoft.com/office/drawing/2014/main" id="{08A13132-763B-FAF8-6D97-5DF1AEBC2FF8}"/>
              </a:ext>
            </a:extLst>
          </p:cNvPr>
          <p:cNvGraphicFramePr>
            <a:graphicFrameLocks noGrp="1"/>
          </p:cNvGraphicFramePr>
          <p:nvPr>
            <p:extLst>
              <p:ext uri="{D42A27DB-BD31-4B8C-83A1-F6EECF244321}">
                <p14:modId xmlns:p14="http://schemas.microsoft.com/office/powerpoint/2010/main" val="2836785572"/>
              </p:ext>
            </p:extLst>
          </p:nvPr>
        </p:nvGraphicFramePr>
        <p:xfrm>
          <a:off x="8846048" y="893852"/>
          <a:ext cx="3143894" cy="5475980"/>
        </p:xfrm>
        <a:graphic>
          <a:graphicData uri="http://schemas.openxmlformats.org/drawingml/2006/table">
            <a:tbl>
              <a:tblPr firstRow="1" bandRow="1">
                <a:tableStyleId>{5C22544A-7EE6-4342-B048-85BDC9FD1C3A}</a:tableStyleId>
              </a:tblPr>
              <a:tblGrid>
                <a:gridCol w="1571947">
                  <a:extLst>
                    <a:ext uri="{9D8B030D-6E8A-4147-A177-3AD203B41FA5}">
                      <a16:colId xmlns:a16="http://schemas.microsoft.com/office/drawing/2014/main" val="764832471"/>
                    </a:ext>
                  </a:extLst>
                </a:gridCol>
                <a:gridCol w="1571947">
                  <a:extLst>
                    <a:ext uri="{9D8B030D-6E8A-4147-A177-3AD203B41FA5}">
                      <a16:colId xmlns:a16="http://schemas.microsoft.com/office/drawing/2014/main" val="2642966615"/>
                    </a:ext>
                  </a:extLst>
                </a:gridCol>
              </a:tblGrid>
              <a:tr h="492226">
                <a:tc>
                  <a:txBody>
                    <a:bodyPr/>
                    <a:lstStyle/>
                    <a:p>
                      <a:pPr algn="ctr" rtl="0" fontAlgn="base">
                        <a:spcAft>
                          <a:spcPts val="750"/>
                        </a:spcAft>
                        <a:buNone/>
                      </a:pPr>
                      <a:r>
                        <a:rPr lang="en-US" sz="1400" b="1">
                          <a:effectLst/>
                        </a:rPr>
                        <a:t>Day</a:t>
                      </a:r>
                    </a:p>
                  </a:txBody>
                  <a:tcPr marL="38100" marR="38100" marT="63500" marB="63500" anchor="ctr"/>
                </a:tc>
                <a:tc>
                  <a:txBody>
                    <a:bodyPr/>
                    <a:lstStyle/>
                    <a:p>
                      <a:pPr algn="ctr" rtl="0" fontAlgn="base">
                        <a:spcAft>
                          <a:spcPts val="750"/>
                        </a:spcAft>
                        <a:buNone/>
                      </a:pPr>
                      <a:r>
                        <a:rPr lang="en-US" sz="1400" b="1">
                          <a:effectLst/>
                        </a:rPr>
                        <a:t>Number of Products Sold</a:t>
                      </a:r>
                    </a:p>
                  </a:txBody>
                  <a:tcPr marL="63500" marR="63500" marT="63500" marB="63500" anchor="ctr"/>
                </a:tc>
                <a:extLst>
                  <a:ext uri="{0D108BD9-81ED-4DB2-BD59-A6C34878D82A}">
                    <a16:rowId xmlns:a16="http://schemas.microsoft.com/office/drawing/2014/main" val="3854273198"/>
                  </a:ext>
                </a:extLst>
              </a:tr>
              <a:tr h="492226">
                <a:tc>
                  <a:txBody>
                    <a:bodyPr/>
                    <a:lstStyle/>
                    <a:p>
                      <a:pPr algn="ctr" fontAlgn="base">
                        <a:spcAft>
                          <a:spcPts val="750"/>
                        </a:spcAft>
                        <a:buNone/>
                      </a:pPr>
                      <a:r>
                        <a:rPr lang="en-US" sz="2000" b="0">
                          <a:effectLst/>
                        </a:rPr>
                        <a:t>1</a:t>
                      </a:r>
                    </a:p>
                  </a:txBody>
                  <a:tcPr marL="63500" marR="63500" marT="88900" marB="88900" anchor="ctr"/>
                </a:tc>
                <a:tc>
                  <a:txBody>
                    <a:bodyPr/>
                    <a:lstStyle/>
                    <a:p>
                      <a:pPr algn="ctr" fontAlgn="base">
                        <a:spcAft>
                          <a:spcPts val="750"/>
                        </a:spcAft>
                        <a:buNone/>
                      </a:pPr>
                      <a:r>
                        <a:rPr lang="en-US" sz="2000" b="0">
                          <a:effectLst/>
                        </a:rPr>
                        <a:t>15</a:t>
                      </a:r>
                    </a:p>
                  </a:txBody>
                  <a:tcPr marL="63500" marR="63500" marT="88900" marB="88900" anchor="ctr"/>
                </a:tc>
                <a:extLst>
                  <a:ext uri="{0D108BD9-81ED-4DB2-BD59-A6C34878D82A}">
                    <a16:rowId xmlns:a16="http://schemas.microsoft.com/office/drawing/2014/main" val="1371117641"/>
                  </a:ext>
                </a:extLst>
              </a:tr>
              <a:tr h="492226">
                <a:tc>
                  <a:txBody>
                    <a:bodyPr/>
                    <a:lstStyle/>
                    <a:p>
                      <a:pPr algn="ctr" fontAlgn="base">
                        <a:spcAft>
                          <a:spcPts val="750"/>
                        </a:spcAft>
                        <a:buNone/>
                      </a:pPr>
                      <a:r>
                        <a:rPr lang="en-US" sz="2000" b="0">
                          <a:effectLst/>
                        </a:rPr>
                        <a:t>2</a:t>
                      </a:r>
                    </a:p>
                  </a:txBody>
                  <a:tcPr marL="63500" marR="63500" marT="88900" marB="88900" anchor="ctr"/>
                </a:tc>
                <a:tc>
                  <a:txBody>
                    <a:bodyPr/>
                    <a:lstStyle/>
                    <a:p>
                      <a:pPr algn="ctr" fontAlgn="base">
                        <a:spcAft>
                          <a:spcPts val="750"/>
                        </a:spcAft>
                        <a:buNone/>
                      </a:pPr>
                      <a:r>
                        <a:rPr lang="en-US" sz="2000" b="0">
                          <a:effectLst/>
                        </a:rPr>
                        <a:t>18</a:t>
                      </a:r>
                    </a:p>
                  </a:txBody>
                  <a:tcPr marL="63500" marR="63500" marT="88900" marB="88900" anchor="ctr"/>
                </a:tc>
                <a:extLst>
                  <a:ext uri="{0D108BD9-81ED-4DB2-BD59-A6C34878D82A}">
                    <a16:rowId xmlns:a16="http://schemas.microsoft.com/office/drawing/2014/main" val="871369549"/>
                  </a:ext>
                </a:extLst>
              </a:tr>
              <a:tr h="492226">
                <a:tc>
                  <a:txBody>
                    <a:bodyPr/>
                    <a:lstStyle/>
                    <a:p>
                      <a:pPr algn="ctr" fontAlgn="base">
                        <a:spcAft>
                          <a:spcPts val="750"/>
                        </a:spcAft>
                        <a:buNone/>
                      </a:pPr>
                      <a:r>
                        <a:rPr lang="en-US" sz="2000" b="0">
                          <a:effectLst/>
                        </a:rPr>
                        <a:t>3</a:t>
                      </a:r>
                    </a:p>
                  </a:txBody>
                  <a:tcPr marL="63500" marR="63500" marT="88900" marB="88900" anchor="ctr"/>
                </a:tc>
                <a:tc>
                  <a:txBody>
                    <a:bodyPr/>
                    <a:lstStyle/>
                    <a:p>
                      <a:pPr algn="ctr" fontAlgn="base">
                        <a:spcAft>
                          <a:spcPts val="750"/>
                        </a:spcAft>
                        <a:buNone/>
                      </a:pPr>
                      <a:r>
                        <a:rPr lang="en-US" sz="2000" b="0">
                          <a:effectLst/>
                        </a:rPr>
                        <a:t>14</a:t>
                      </a:r>
                    </a:p>
                  </a:txBody>
                  <a:tcPr marL="63500" marR="63500" marT="88900" marB="88900" anchor="ctr"/>
                </a:tc>
                <a:extLst>
                  <a:ext uri="{0D108BD9-81ED-4DB2-BD59-A6C34878D82A}">
                    <a16:rowId xmlns:a16="http://schemas.microsoft.com/office/drawing/2014/main" val="298038614"/>
                  </a:ext>
                </a:extLst>
              </a:tr>
              <a:tr h="492226">
                <a:tc>
                  <a:txBody>
                    <a:bodyPr/>
                    <a:lstStyle/>
                    <a:p>
                      <a:pPr algn="ctr" fontAlgn="base">
                        <a:spcAft>
                          <a:spcPts val="750"/>
                        </a:spcAft>
                        <a:buNone/>
                      </a:pPr>
                      <a:r>
                        <a:rPr lang="en-US" sz="2000" b="0">
                          <a:effectLst/>
                        </a:rPr>
                        <a:t>4</a:t>
                      </a:r>
                    </a:p>
                  </a:txBody>
                  <a:tcPr marL="63500" marR="63500" marT="88900" marB="88900" anchor="ctr"/>
                </a:tc>
                <a:tc>
                  <a:txBody>
                    <a:bodyPr/>
                    <a:lstStyle/>
                    <a:p>
                      <a:pPr algn="ctr" fontAlgn="base">
                        <a:spcAft>
                          <a:spcPts val="750"/>
                        </a:spcAft>
                        <a:buNone/>
                      </a:pPr>
                      <a:r>
                        <a:rPr lang="en-US" sz="2000" b="0">
                          <a:effectLst/>
                        </a:rPr>
                        <a:t>20</a:t>
                      </a:r>
                    </a:p>
                  </a:txBody>
                  <a:tcPr marL="63500" marR="63500" marT="88900" marB="88900" anchor="ctr"/>
                </a:tc>
                <a:extLst>
                  <a:ext uri="{0D108BD9-81ED-4DB2-BD59-A6C34878D82A}">
                    <a16:rowId xmlns:a16="http://schemas.microsoft.com/office/drawing/2014/main" val="1599736978"/>
                  </a:ext>
                </a:extLst>
              </a:tr>
              <a:tr h="492226">
                <a:tc>
                  <a:txBody>
                    <a:bodyPr/>
                    <a:lstStyle/>
                    <a:p>
                      <a:pPr algn="ctr" fontAlgn="base">
                        <a:spcAft>
                          <a:spcPts val="750"/>
                        </a:spcAft>
                        <a:buNone/>
                      </a:pPr>
                      <a:r>
                        <a:rPr lang="en-US" sz="2000" b="0">
                          <a:effectLst/>
                        </a:rPr>
                        <a:t>5</a:t>
                      </a:r>
                    </a:p>
                  </a:txBody>
                  <a:tcPr marL="63500" marR="63500" marT="88900" marB="88900" anchor="ctr"/>
                </a:tc>
                <a:tc>
                  <a:txBody>
                    <a:bodyPr/>
                    <a:lstStyle/>
                    <a:p>
                      <a:pPr algn="ctr" fontAlgn="base">
                        <a:spcAft>
                          <a:spcPts val="750"/>
                        </a:spcAft>
                        <a:buNone/>
                      </a:pPr>
                      <a:r>
                        <a:rPr lang="en-US" sz="2000" b="0">
                          <a:effectLst/>
                        </a:rPr>
                        <a:t>22</a:t>
                      </a:r>
                    </a:p>
                  </a:txBody>
                  <a:tcPr marL="63500" marR="63500" marT="88900" marB="88900" anchor="ctr"/>
                </a:tc>
                <a:extLst>
                  <a:ext uri="{0D108BD9-81ED-4DB2-BD59-A6C34878D82A}">
                    <a16:rowId xmlns:a16="http://schemas.microsoft.com/office/drawing/2014/main" val="3074167947"/>
                  </a:ext>
                </a:extLst>
              </a:tr>
              <a:tr h="492226">
                <a:tc>
                  <a:txBody>
                    <a:bodyPr/>
                    <a:lstStyle/>
                    <a:p>
                      <a:pPr algn="ctr" fontAlgn="base">
                        <a:spcAft>
                          <a:spcPts val="750"/>
                        </a:spcAft>
                        <a:buNone/>
                      </a:pPr>
                      <a:r>
                        <a:rPr lang="en-US" sz="2000" b="0">
                          <a:effectLst/>
                        </a:rPr>
                        <a:t>6</a:t>
                      </a:r>
                    </a:p>
                  </a:txBody>
                  <a:tcPr marL="63500" marR="63500" marT="88900" marB="88900" anchor="ctr"/>
                </a:tc>
                <a:tc>
                  <a:txBody>
                    <a:bodyPr/>
                    <a:lstStyle/>
                    <a:p>
                      <a:pPr algn="ctr" fontAlgn="base">
                        <a:spcAft>
                          <a:spcPts val="750"/>
                        </a:spcAft>
                        <a:buNone/>
                      </a:pPr>
                      <a:r>
                        <a:rPr lang="en-US" sz="2000" b="0">
                          <a:effectLst/>
                        </a:rPr>
                        <a:t>17</a:t>
                      </a:r>
                    </a:p>
                  </a:txBody>
                  <a:tcPr marL="63500" marR="63500" marT="88900" marB="88900" anchor="ctr"/>
                </a:tc>
                <a:extLst>
                  <a:ext uri="{0D108BD9-81ED-4DB2-BD59-A6C34878D82A}">
                    <a16:rowId xmlns:a16="http://schemas.microsoft.com/office/drawing/2014/main" val="1572442249"/>
                  </a:ext>
                </a:extLst>
              </a:tr>
              <a:tr h="492226">
                <a:tc>
                  <a:txBody>
                    <a:bodyPr/>
                    <a:lstStyle/>
                    <a:p>
                      <a:pPr algn="ctr" fontAlgn="base">
                        <a:spcAft>
                          <a:spcPts val="750"/>
                        </a:spcAft>
                        <a:buNone/>
                      </a:pPr>
                      <a:r>
                        <a:rPr lang="en-US" sz="2000" b="0">
                          <a:effectLst/>
                        </a:rPr>
                        <a:t>7</a:t>
                      </a:r>
                    </a:p>
                  </a:txBody>
                  <a:tcPr marL="63500" marR="63500" marT="88900" marB="88900" anchor="ctr"/>
                </a:tc>
                <a:tc>
                  <a:txBody>
                    <a:bodyPr/>
                    <a:lstStyle/>
                    <a:p>
                      <a:pPr algn="ctr" fontAlgn="base">
                        <a:spcAft>
                          <a:spcPts val="750"/>
                        </a:spcAft>
                        <a:buNone/>
                      </a:pPr>
                      <a:r>
                        <a:rPr lang="en-US" sz="2000" b="0">
                          <a:effectLst/>
                        </a:rPr>
                        <a:t>16</a:t>
                      </a:r>
                    </a:p>
                  </a:txBody>
                  <a:tcPr marL="63500" marR="63500" marT="88900" marB="88900" anchor="ctr"/>
                </a:tc>
                <a:extLst>
                  <a:ext uri="{0D108BD9-81ED-4DB2-BD59-A6C34878D82A}">
                    <a16:rowId xmlns:a16="http://schemas.microsoft.com/office/drawing/2014/main" val="4132665205"/>
                  </a:ext>
                </a:extLst>
              </a:tr>
              <a:tr h="492226">
                <a:tc>
                  <a:txBody>
                    <a:bodyPr/>
                    <a:lstStyle/>
                    <a:p>
                      <a:pPr algn="ctr" fontAlgn="base">
                        <a:spcAft>
                          <a:spcPts val="750"/>
                        </a:spcAft>
                        <a:buNone/>
                      </a:pPr>
                      <a:r>
                        <a:rPr lang="en-US" sz="2000" b="0">
                          <a:effectLst/>
                        </a:rPr>
                        <a:t>8</a:t>
                      </a:r>
                    </a:p>
                  </a:txBody>
                  <a:tcPr marL="63500" marR="63500" marT="88900" marB="88900" anchor="ctr"/>
                </a:tc>
                <a:tc>
                  <a:txBody>
                    <a:bodyPr/>
                    <a:lstStyle/>
                    <a:p>
                      <a:pPr algn="ctr" fontAlgn="base">
                        <a:spcAft>
                          <a:spcPts val="750"/>
                        </a:spcAft>
                        <a:buNone/>
                      </a:pPr>
                      <a:r>
                        <a:rPr lang="en-US" sz="2000" b="0">
                          <a:effectLst/>
                        </a:rPr>
                        <a:t>21</a:t>
                      </a:r>
                    </a:p>
                  </a:txBody>
                  <a:tcPr marL="63500" marR="63500" marT="88900" marB="88900" anchor="ctr"/>
                </a:tc>
                <a:extLst>
                  <a:ext uri="{0D108BD9-81ED-4DB2-BD59-A6C34878D82A}">
                    <a16:rowId xmlns:a16="http://schemas.microsoft.com/office/drawing/2014/main" val="4220090185"/>
                  </a:ext>
                </a:extLst>
              </a:tr>
              <a:tr h="492226">
                <a:tc>
                  <a:txBody>
                    <a:bodyPr/>
                    <a:lstStyle/>
                    <a:p>
                      <a:pPr algn="ctr" fontAlgn="base">
                        <a:spcAft>
                          <a:spcPts val="750"/>
                        </a:spcAft>
                        <a:buNone/>
                      </a:pPr>
                      <a:r>
                        <a:rPr lang="en-US" sz="2000" b="0">
                          <a:effectLst/>
                        </a:rPr>
                        <a:t>9</a:t>
                      </a:r>
                    </a:p>
                  </a:txBody>
                  <a:tcPr marL="63500" marR="63500" marT="88900" marB="88900" anchor="ctr"/>
                </a:tc>
                <a:tc>
                  <a:txBody>
                    <a:bodyPr/>
                    <a:lstStyle/>
                    <a:p>
                      <a:pPr algn="ctr" fontAlgn="base">
                        <a:spcAft>
                          <a:spcPts val="750"/>
                        </a:spcAft>
                        <a:buNone/>
                      </a:pPr>
                      <a:r>
                        <a:rPr lang="en-US" sz="2000" b="0">
                          <a:effectLst/>
                        </a:rPr>
                        <a:t>19</a:t>
                      </a:r>
                    </a:p>
                  </a:txBody>
                  <a:tcPr marL="63500" marR="63500" marT="88900" marB="88900" anchor="ctr"/>
                </a:tc>
                <a:extLst>
                  <a:ext uri="{0D108BD9-81ED-4DB2-BD59-A6C34878D82A}">
                    <a16:rowId xmlns:a16="http://schemas.microsoft.com/office/drawing/2014/main" val="2005223538"/>
                  </a:ext>
                </a:extLst>
              </a:tr>
              <a:tr h="492226">
                <a:tc>
                  <a:txBody>
                    <a:bodyPr/>
                    <a:lstStyle/>
                    <a:p>
                      <a:pPr algn="ctr" fontAlgn="base">
                        <a:spcAft>
                          <a:spcPts val="750"/>
                        </a:spcAft>
                        <a:buNone/>
                      </a:pPr>
                      <a:r>
                        <a:rPr lang="en-US" sz="2000" b="0">
                          <a:effectLst/>
                        </a:rPr>
                        <a:t>10</a:t>
                      </a:r>
                    </a:p>
                  </a:txBody>
                  <a:tcPr marL="63500" marR="63500" marT="88900" marB="88900" anchor="ctr"/>
                </a:tc>
                <a:tc>
                  <a:txBody>
                    <a:bodyPr/>
                    <a:lstStyle/>
                    <a:p>
                      <a:pPr algn="ctr" fontAlgn="base">
                        <a:spcAft>
                          <a:spcPts val="750"/>
                        </a:spcAft>
                        <a:buNone/>
                      </a:pPr>
                      <a:r>
                        <a:rPr lang="en-US" sz="2000" b="0" dirty="0">
                          <a:effectLst/>
                        </a:rPr>
                        <a:t>23</a:t>
                      </a:r>
                    </a:p>
                  </a:txBody>
                  <a:tcPr marL="63500" marR="63500" marT="88900" marB="88900" anchor="ctr"/>
                </a:tc>
                <a:extLst>
                  <a:ext uri="{0D108BD9-81ED-4DB2-BD59-A6C34878D82A}">
                    <a16:rowId xmlns:a16="http://schemas.microsoft.com/office/drawing/2014/main" val="3034278110"/>
                  </a:ext>
                </a:extLst>
              </a:tr>
            </a:tbl>
          </a:graphicData>
        </a:graphic>
      </p:graphicFrame>
    </p:spTree>
    <p:extLst>
      <p:ext uri="{BB962C8B-B14F-4D97-AF65-F5344CB8AC3E}">
        <p14:creationId xmlns:p14="http://schemas.microsoft.com/office/powerpoint/2010/main" val="29249789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C579D7-F82A-0F56-D0A8-501EB9C294B9}"/>
              </a:ext>
            </a:extLst>
          </p:cNvPr>
          <p:cNvSpPr>
            <a:spLocks noGrp="1"/>
          </p:cNvSpPr>
          <p:nvPr>
            <p:ph type="title"/>
          </p:nvPr>
        </p:nvSpPr>
        <p:spPr/>
        <p:txBody>
          <a:bodyPr/>
          <a:lstStyle/>
          <a:p>
            <a:r>
              <a:rPr lang="en-US" dirty="0"/>
              <a:t>Median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AD26D0D-ADCA-4A4B-A165-B9F3FA404B5E}"/>
                  </a:ext>
                </a:extLst>
              </p:cNvPr>
              <p:cNvSpPr>
                <a:spLocks noGrp="1"/>
              </p:cNvSpPr>
              <p:nvPr>
                <p:ph idx="1"/>
              </p:nvPr>
            </p:nvSpPr>
            <p:spPr/>
            <p:txBody>
              <a:bodyPr/>
              <a:lstStyle/>
              <a:p>
                <a:r>
                  <a:rPr lang="en-US" i="1" dirty="0"/>
                  <a:t>The </a:t>
                </a:r>
                <a:r>
                  <a:rPr lang="en-US" i="1" u="sng" dirty="0">
                    <a:hlinkClick r:id="rId2"/>
                  </a:rPr>
                  <a:t>median</a:t>
                </a:r>
                <a:r>
                  <a:rPr lang="en-US" i="1" dirty="0"/>
                  <a:t> is the middle number in an ascending or descending dataset. If the data collection has odd numbers, the median is the middle number. If it has even values, the median is the middle two figures averaged.*</a:t>
                </a:r>
              </a:p>
              <a:p>
                <a14:m>
                  <m:oMath xmlns:m="http://schemas.openxmlformats.org/officeDocument/2006/math">
                    <m:r>
                      <a:rPr lang="en-US" b="0" i="1" smtClean="0">
                        <a:latin typeface="Cambria Math" panose="02040503050406030204" pitchFamily="18" charset="0"/>
                      </a:rPr>
                      <m:t>𝑀𝑒𝑑𝑖𝑎𝑛</m:t>
                    </m:r>
                    <m:d>
                      <m:dPr>
                        <m:ctrlPr>
                          <a:rPr lang="en-US" b="0" i="1" smtClean="0">
                            <a:latin typeface="Cambria Math" panose="02040503050406030204" pitchFamily="18" charset="0"/>
                          </a:rPr>
                        </m:ctrlPr>
                      </m:dPr>
                      <m:e>
                        <m:r>
                          <a:rPr lang="en-US" b="0" i="1" smtClean="0">
                            <a:latin typeface="Cambria Math" panose="02040503050406030204" pitchFamily="18" charset="0"/>
                          </a:rPr>
                          <m:t>𝑂𝑑𝑑</m:t>
                        </m:r>
                        <m:r>
                          <a:rPr lang="en-US" b="0" i="1" smtClean="0">
                            <a:latin typeface="Cambria Math" panose="02040503050406030204" pitchFamily="18" charset="0"/>
                          </a:rPr>
                          <m:t> </m:t>
                        </m:r>
                        <m:r>
                          <a:rPr lang="en-US" b="0" i="1" smtClean="0">
                            <a:latin typeface="Cambria Math" panose="02040503050406030204" pitchFamily="18" charset="0"/>
                          </a:rPr>
                          <m:t>𝑁𝑢𝑚𝑏𝑒𝑟𝑠</m:t>
                        </m:r>
                      </m:e>
                    </m:d>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𝑛</m:t>
                        </m:r>
                        <m:r>
                          <a:rPr lang="en-US" b="0" i="1" smtClean="0">
                            <a:latin typeface="Cambria Math" panose="02040503050406030204" pitchFamily="18" charset="0"/>
                          </a:rPr>
                          <m:t>+1</m:t>
                        </m:r>
                      </m:num>
                      <m:den>
                        <m:r>
                          <a:rPr lang="en-US" b="0" i="1" smtClean="0">
                            <a:latin typeface="Cambria Math" panose="02040503050406030204" pitchFamily="18" charset="0"/>
                          </a:rPr>
                          <m:t>2</m:t>
                        </m:r>
                      </m:den>
                    </m:f>
                  </m:oMath>
                </a14:m>
                <a:endParaRPr lang="en-US" i="1" dirty="0"/>
              </a:p>
              <a:p>
                <a14:m>
                  <m:oMath xmlns:m="http://schemas.openxmlformats.org/officeDocument/2006/math">
                    <m:r>
                      <a:rPr lang="en-US" b="0" i="1" smtClean="0">
                        <a:latin typeface="Cambria Math" panose="02040503050406030204" pitchFamily="18" charset="0"/>
                      </a:rPr>
                      <m:t>𝑀𝑒𝑑𝑖𝑎𝑛</m:t>
                    </m:r>
                    <m:d>
                      <m:dPr>
                        <m:ctrlPr>
                          <a:rPr lang="en-US" b="0" i="1" smtClean="0">
                            <a:latin typeface="Cambria Math" panose="02040503050406030204" pitchFamily="18" charset="0"/>
                          </a:rPr>
                        </m:ctrlPr>
                      </m:dPr>
                      <m:e>
                        <m:r>
                          <a:rPr lang="en-US" b="0" i="1" smtClean="0">
                            <a:latin typeface="Cambria Math" panose="02040503050406030204" pitchFamily="18" charset="0"/>
                          </a:rPr>
                          <m:t>𝐸𝑣𝑒𝑛</m:t>
                        </m:r>
                        <m:r>
                          <a:rPr lang="en-US" b="0" i="1" smtClean="0">
                            <a:latin typeface="Cambria Math" panose="02040503050406030204" pitchFamily="18" charset="0"/>
                          </a:rPr>
                          <m:t> </m:t>
                        </m:r>
                        <m:r>
                          <a:rPr lang="en-US" b="0" i="1" smtClean="0">
                            <a:latin typeface="Cambria Math" panose="02040503050406030204" pitchFamily="18" charset="0"/>
                          </a:rPr>
                          <m:t>𝑁𝑢𝑚𝑏𝑒𝑟𝑠</m:t>
                        </m:r>
                      </m:e>
                    </m:d>
                    <m:r>
                      <a:rPr lang="en-US" b="0" i="1" smtClean="0">
                        <a:latin typeface="Cambria Math" panose="02040503050406030204" pitchFamily="18" charset="0"/>
                      </a:rPr>
                      <m:t>=</m:t>
                    </m:r>
                    <m:r>
                      <a:rPr lang="en-US" b="0" i="1" smtClean="0">
                        <a:latin typeface="Cambria Math" panose="02040503050406030204" pitchFamily="18" charset="0"/>
                      </a:rPr>
                      <m:t>𝐴𝑣𝑒𝑟𝑎𝑔𝑒</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𝑡𝑤𝑜</m:t>
                    </m:r>
                    <m:r>
                      <a:rPr lang="en-US" b="0" i="1" smtClean="0">
                        <a:latin typeface="Cambria Math" panose="02040503050406030204" pitchFamily="18" charset="0"/>
                      </a:rPr>
                      <m:t> </m:t>
                    </m:r>
                    <m:r>
                      <a:rPr lang="en-US" b="0" i="1" smtClean="0">
                        <a:latin typeface="Cambria Math" panose="02040503050406030204" pitchFamily="18" charset="0"/>
                      </a:rPr>
                      <m:t>𝑚𝑖𝑑𝑑𝑙𝑒</m:t>
                    </m:r>
                    <m:r>
                      <a:rPr lang="en-US" b="0" i="1" smtClean="0">
                        <a:latin typeface="Cambria Math" panose="02040503050406030204" pitchFamily="18" charset="0"/>
                      </a:rPr>
                      <m:t> </m:t>
                    </m:r>
                    <m:r>
                      <a:rPr lang="en-US" b="0" i="1" smtClean="0">
                        <a:latin typeface="Cambria Math" panose="02040503050406030204" pitchFamily="18" charset="0"/>
                      </a:rPr>
                      <m:t>𝑛𝑢𝑚𝑏𝑒𝑟</m:t>
                    </m:r>
                    <m:r>
                      <a:rPr lang="en-US" b="0" i="1" smtClean="0">
                        <a:latin typeface="Cambria Math" panose="02040503050406030204" pitchFamily="18" charset="0"/>
                      </a:rPr>
                      <m:t> </m:t>
                    </m:r>
                  </m:oMath>
                </a14:m>
                <a:endParaRPr lang="en-US" i="1" dirty="0"/>
              </a:p>
              <a:p>
                <a:r>
                  <a:rPr lang="en-US" b="1" dirty="0"/>
                  <a:t>Q2. </a:t>
                </a:r>
                <a:r>
                  <a:rPr lang="en-US" dirty="0"/>
                  <a:t>Find the median of the following dataset: 7,3,9,4,8.</a:t>
                </a:r>
              </a:p>
              <a:p>
                <a:r>
                  <a:rPr lang="en-US" b="1" dirty="0"/>
                  <a:t>Q3. </a:t>
                </a:r>
                <a:r>
                  <a:rPr lang="en-US" dirty="0"/>
                  <a:t>Find the median of the following dataset: 12,5,8,10,14,7</a:t>
                </a:r>
              </a:p>
            </p:txBody>
          </p:sp>
        </mc:Choice>
        <mc:Fallback xmlns="">
          <p:sp>
            <p:nvSpPr>
              <p:cNvPr id="3" name="Content Placeholder 2">
                <a:extLst>
                  <a:ext uri="{FF2B5EF4-FFF2-40B4-BE49-F238E27FC236}">
                    <a16:creationId xmlns:a16="http://schemas.microsoft.com/office/drawing/2014/main" id="{7AD26D0D-ADCA-4A4B-A165-B9F3FA404B5E}"/>
                  </a:ext>
                </a:extLst>
              </p:cNvPr>
              <p:cNvSpPr>
                <a:spLocks noGrp="1" noRot="1" noChangeAspect="1" noMove="1" noResize="1" noEditPoints="1" noAdjustHandles="1" noChangeArrowheads="1" noChangeShapeType="1" noTextEdit="1"/>
              </p:cNvSpPr>
              <p:nvPr>
                <p:ph idx="1"/>
              </p:nvPr>
            </p:nvSpPr>
            <p:spPr>
              <a:blipFill>
                <a:blip r:embed="rId3"/>
                <a:stretch>
                  <a:fillRect l="-1043" t="-2241"/>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1733EB6C-9CAA-2C2A-8B4C-012C0D8C7E10}"/>
              </a:ext>
            </a:extLst>
          </p:cNvPr>
          <p:cNvSpPr txBox="1"/>
          <p:nvPr/>
        </p:nvSpPr>
        <p:spPr>
          <a:xfrm>
            <a:off x="195209" y="6390526"/>
            <a:ext cx="6791218" cy="369332"/>
          </a:xfrm>
          <a:prstGeom prst="rect">
            <a:avLst/>
          </a:prstGeom>
          <a:noFill/>
        </p:spPr>
        <p:txBody>
          <a:bodyPr wrap="square" rtlCol="0">
            <a:spAutoFit/>
          </a:bodyPr>
          <a:lstStyle/>
          <a:p>
            <a:r>
              <a:rPr lang="en-US" dirty="0"/>
              <a:t>*Credit goes to </a:t>
            </a:r>
            <a:r>
              <a:rPr lang="en-US" dirty="0" err="1"/>
              <a:t>geeksforgeeks</a:t>
            </a:r>
            <a:endParaRPr lang="en-US" dirty="0"/>
          </a:p>
        </p:txBody>
      </p:sp>
    </p:spTree>
    <p:extLst>
      <p:ext uri="{BB962C8B-B14F-4D97-AF65-F5344CB8AC3E}">
        <p14:creationId xmlns:p14="http://schemas.microsoft.com/office/powerpoint/2010/main" val="8701666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ABC8F-DC0F-2C17-64CA-69D168BE8489}"/>
              </a:ext>
            </a:extLst>
          </p:cNvPr>
          <p:cNvSpPr>
            <a:spLocks noGrp="1"/>
          </p:cNvSpPr>
          <p:nvPr>
            <p:ph type="title"/>
          </p:nvPr>
        </p:nvSpPr>
        <p:spPr/>
        <p:txBody>
          <a:bodyPr/>
          <a:lstStyle/>
          <a:p>
            <a:r>
              <a:rPr lang="en-US" dirty="0"/>
              <a:t>Mode </a:t>
            </a:r>
          </a:p>
        </p:txBody>
      </p:sp>
      <p:sp>
        <p:nvSpPr>
          <p:cNvPr id="3" name="Content Placeholder 2">
            <a:extLst>
              <a:ext uri="{FF2B5EF4-FFF2-40B4-BE49-F238E27FC236}">
                <a16:creationId xmlns:a16="http://schemas.microsoft.com/office/drawing/2014/main" id="{FB6029DE-BFAA-2A63-CC4E-E2738E578EC0}"/>
              </a:ext>
            </a:extLst>
          </p:cNvPr>
          <p:cNvSpPr>
            <a:spLocks noGrp="1"/>
          </p:cNvSpPr>
          <p:nvPr>
            <p:ph idx="1"/>
          </p:nvPr>
        </p:nvSpPr>
        <p:spPr/>
        <p:txBody>
          <a:bodyPr/>
          <a:lstStyle/>
          <a:p>
            <a:r>
              <a:rPr lang="en-US" i="1" dirty="0"/>
              <a:t>The value that shows up in a dataset the most often is called its </a:t>
            </a:r>
            <a:r>
              <a:rPr lang="en-US" i="1" u="sng" dirty="0">
                <a:hlinkClick r:id="rId2"/>
              </a:rPr>
              <a:t>mode</a:t>
            </a:r>
            <a:r>
              <a:rPr lang="en-US" i="1" dirty="0"/>
              <a:t>. One mode, several modes, or none at all if no number repetitions can exist in a dataset.*</a:t>
            </a:r>
          </a:p>
          <a:p>
            <a:r>
              <a:rPr lang="en-US" b="1" dirty="0"/>
              <a:t>Q4. </a:t>
            </a:r>
            <a:r>
              <a:rPr lang="en-US" dirty="0"/>
              <a:t>The following data shows the ages of participants in a workshop: 21,23,25,21,22,25,21,24,23,22,21,23,24,22,23.</a:t>
            </a:r>
          </a:p>
          <a:p>
            <a:endParaRPr lang="en-US" i="1" dirty="0"/>
          </a:p>
          <a:p>
            <a:endParaRPr lang="en-US" dirty="0"/>
          </a:p>
        </p:txBody>
      </p:sp>
      <p:sp>
        <p:nvSpPr>
          <p:cNvPr id="4" name="TextBox 3">
            <a:extLst>
              <a:ext uri="{FF2B5EF4-FFF2-40B4-BE49-F238E27FC236}">
                <a16:creationId xmlns:a16="http://schemas.microsoft.com/office/drawing/2014/main" id="{4A78B885-E473-D10C-1EA9-80B906793609}"/>
              </a:ext>
            </a:extLst>
          </p:cNvPr>
          <p:cNvSpPr txBox="1"/>
          <p:nvPr/>
        </p:nvSpPr>
        <p:spPr>
          <a:xfrm>
            <a:off x="195209" y="6390526"/>
            <a:ext cx="6791218" cy="369332"/>
          </a:xfrm>
          <a:prstGeom prst="rect">
            <a:avLst/>
          </a:prstGeom>
          <a:noFill/>
        </p:spPr>
        <p:txBody>
          <a:bodyPr wrap="square" rtlCol="0">
            <a:spAutoFit/>
          </a:bodyPr>
          <a:lstStyle/>
          <a:p>
            <a:r>
              <a:rPr lang="en-US" dirty="0"/>
              <a:t>*Credit goes to </a:t>
            </a:r>
            <a:r>
              <a:rPr lang="en-US" dirty="0" err="1"/>
              <a:t>geeksforgeeks</a:t>
            </a:r>
            <a:endParaRPr lang="en-US" dirty="0"/>
          </a:p>
        </p:txBody>
      </p:sp>
    </p:spTree>
    <p:extLst>
      <p:ext uri="{BB962C8B-B14F-4D97-AF65-F5344CB8AC3E}">
        <p14:creationId xmlns:p14="http://schemas.microsoft.com/office/powerpoint/2010/main" val="28226641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1E153-4C0D-A7BB-D7DE-4828831BBF7E}"/>
              </a:ext>
            </a:extLst>
          </p:cNvPr>
          <p:cNvSpPr>
            <a:spLocks noGrp="1"/>
          </p:cNvSpPr>
          <p:nvPr>
            <p:ph type="title"/>
          </p:nvPr>
        </p:nvSpPr>
        <p:spPr>
          <a:xfrm>
            <a:off x="232881" y="354851"/>
            <a:ext cx="10515600" cy="1325563"/>
          </a:xfrm>
        </p:spPr>
        <p:txBody>
          <a:bodyPr/>
          <a:lstStyle/>
          <a:p>
            <a:r>
              <a:rPr lang="en-US" dirty="0"/>
              <a:t>Practice Questions</a:t>
            </a:r>
          </a:p>
        </p:txBody>
      </p:sp>
      <p:sp>
        <p:nvSpPr>
          <p:cNvPr id="3" name="Content Placeholder 2">
            <a:extLst>
              <a:ext uri="{FF2B5EF4-FFF2-40B4-BE49-F238E27FC236}">
                <a16:creationId xmlns:a16="http://schemas.microsoft.com/office/drawing/2014/main" id="{02371E1E-FDC6-1600-D88E-0981ABED2C3B}"/>
              </a:ext>
            </a:extLst>
          </p:cNvPr>
          <p:cNvSpPr>
            <a:spLocks noGrp="1"/>
          </p:cNvSpPr>
          <p:nvPr>
            <p:ph idx="1"/>
          </p:nvPr>
        </p:nvSpPr>
        <p:spPr>
          <a:xfrm>
            <a:off x="349321" y="1448656"/>
            <a:ext cx="11609798" cy="5157627"/>
          </a:xfrm>
        </p:spPr>
        <p:txBody>
          <a:bodyPr>
            <a:normAutofit fontScale="77500" lnSpcReduction="20000"/>
          </a:bodyPr>
          <a:lstStyle/>
          <a:p>
            <a:pPr fontAlgn="base"/>
            <a:r>
              <a:rPr lang="en-US" b="1" dirty="0"/>
              <a:t>1. </a:t>
            </a:r>
            <a:r>
              <a:rPr lang="en-US" dirty="0"/>
              <a:t>The ages of a group of friends are: 25, 30, 28, 32, and 35. Find the mean age of the group.</a:t>
            </a:r>
          </a:p>
          <a:p>
            <a:pPr fontAlgn="base"/>
            <a:r>
              <a:rPr lang="en-US" b="1" dirty="0"/>
              <a:t>2.</a:t>
            </a:r>
            <a:r>
              <a:rPr lang="en-US" dirty="0"/>
              <a:t> The test scores of a class are: 65, 72, 78, 85, 90. Find the median score.</a:t>
            </a:r>
          </a:p>
          <a:p>
            <a:pPr fontAlgn="base"/>
            <a:r>
              <a:rPr lang="en-US" b="1" dirty="0"/>
              <a:t>3.</a:t>
            </a:r>
            <a:r>
              <a:rPr lang="en-US" dirty="0"/>
              <a:t> A football team played 10 matches. The number of goals scored by the team are: 2, 3, 1, 4, 2, 3, 2, 5, 4, 2. Find the mode.</a:t>
            </a:r>
          </a:p>
          <a:p>
            <a:pPr fontAlgn="base"/>
            <a:r>
              <a:rPr lang="en-US" b="1" dirty="0"/>
              <a:t>4.</a:t>
            </a:r>
            <a:r>
              <a:rPr lang="en-US" dirty="0"/>
              <a:t> The weights of five students in a class are: 50 kg, 55 kg, 60 kg, 65 kg, and 70 kg. Find the mean weight.</a:t>
            </a:r>
          </a:p>
          <a:p>
            <a:pPr fontAlgn="base"/>
            <a:r>
              <a:rPr lang="en-US" b="1" dirty="0"/>
              <a:t>5.</a:t>
            </a:r>
            <a:r>
              <a:rPr lang="en-US" dirty="0"/>
              <a:t> The number of siblings of students in a school are: 0, 1, 2, 1, 3, 2, 1, 2, 1, 0. Find the mode.</a:t>
            </a:r>
          </a:p>
          <a:p>
            <a:pPr fontAlgn="base"/>
            <a:r>
              <a:rPr lang="en-US" b="1" dirty="0"/>
              <a:t>6. </a:t>
            </a:r>
            <a:r>
              <a:rPr lang="en-US" dirty="0"/>
              <a:t>The heights of students in a class are: 150 cm, 155 cm, 160 cm, 165 cm, and 170 cm. Find the median height.</a:t>
            </a:r>
          </a:p>
          <a:p>
            <a:pPr fontAlgn="base"/>
            <a:r>
              <a:rPr lang="en-US" b="1" dirty="0"/>
              <a:t>7.</a:t>
            </a:r>
            <a:r>
              <a:rPr lang="en-US" dirty="0"/>
              <a:t> The monthly salaries (in $) of employees in a company are: 3000, 3500, 4000, 4500, and 5000. Find the mean salary.</a:t>
            </a:r>
          </a:p>
          <a:p>
            <a:pPr fontAlgn="base"/>
            <a:r>
              <a:rPr lang="en-US" b="1" dirty="0"/>
              <a:t>8.</a:t>
            </a:r>
            <a:r>
              <a:rPr lang="en-US" dirty="0"/>
              <a:t> The ages of a group of people are: 25, 30, 35, 40, 45, 50, 55. Find the median age.</a:t>
            </a:r>
          </a:p>
          <a:p>
            <a:pPr fontAlgn="base"/>
            <a:r>
              <a:rPr lang="en-US" b="1" dirty="0"/>
              <a:t>9. </a:t>
            </a:r>
            <a:r>
              <a:rPr lang="en-US" dirty="0"/>
              <a:t>The temperatures (in °C) recorded over a week are: 20, 22, 25, 24, 26, 23, 21. Find the mean temperature.</a:t>
            </a:r>
          </a:p>
          <a:p>
            <a:pPr fontAlgn="base"/>
            <a:r>
              <a:rPr lang="en-US" b="1" dirty="0"/>
              <a:t>10.</a:t>
            </a:r>
            <a:r>
              <a:rPr lang="en-US" dirty="0"/>
              <a:t> The number of hours spent studying by students in a week are: 2, 3, 4, 2, 5, 3, 2, 4, 3, 3. Find the mode</a:t>
            </a:r>
          </a:p>
        </p:txBody>
      </p:sp>
    </p:spTree>
    <p:extLst>
      <p:ext uri="{BB962C8B-B14F-4D97-AF65-F5344CB8AC3E}">
        <p14:creationId xmlns:p14="http://schemas.microsoft.com/office/powerpoint/2010/main" val="34908756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72703-3C76-2FF9-8EB7-6F84BEF1F4F4}"/>
              </a:ext>
            </a:extLst>
          </p:cNvPr>
          <p:cNvSpPr>
            <a:spLocks noGrp="1"/>
          </p:cNvSpPr>
          <p:nvPr>
            <p:ph type="title"/>
          </p:nvPr>
        </p:nvSpPr>
        <p:spPr/>
        <p:txBody>
          <a:bodyPr/>
          <a:lstStyle/>
          <a:p>
            <a:r>
              <a:rPr lang="en-US" dirty="0"/>
              <a:t>Variance </a:t>
            </a:r>
          </a:p>
        </p:txBody>
      </p:sp>
      <p:sp>
        <p:nvSpPr>
          <p:cNvPr id="3" name="Content Placeholder 2">
            <a:extLst>
              <a:ext uri="{FF2B5EF4-FFF2-40B4-BE49-F238E27FC236}">
                <a16:creationId xmlns:a16="http://schemas.microsoft.com/office/drawing/2014/main" id="{C78F3503-614A-36F8-6698-364822210C38}"/>
              </a:ext>
            </a:extLst>
          </p:cNvPr>
          <p:cNvSpPr>
            <a:spLocks noGrp="1"/>
          </p:cNvSpPr>
          <p:nvPr>
            <p:ph idx="1"/>
          </p:nvPr>
        </p:nvSpPr>
        <p:spPr/>
        <p:txBody>
          <a:bodyPr/>
          <a:lstStyle/>
          <a:p>
            <a:r>
              <a:rPr lang="en-US" u="sng" dirty="0">
                <a:hlinkClick r:id="rId2"/>
              </a:rPr>
              <a:t>Variance</a:t>
            </a:r>
            <a:r>
              <a:rPr lang="en-US" dirty="0"/>
              <a:t> is defined as "The measure of how far the set of data is dispersed from their mean value". Variance is represented with the symbol </a:t>
            </a:r>
            <a:r>
              <a:rPr lang="en-US" b="1" dirty="0"/>
              <a:t>σ</a:t>
            </a:r>
            <a:r>
              <a:rPr lang="en-US" b="1" baseline="30000" dirty="0"/>
              <a:t>2</a:t>
            </a:r>
            <a:r>
              <a:rPr lang="en-US" dirty="0"/>
              <a:t>. In other words, we can also say that the variance is the average of the squared difference from the mean.</a:t>
            </a:r>
          </a:p>
          <a:p>
            <a:r>
              <a:rPr lang="en-US" dirty="0">
                <a:hlinkClick r:id="rId3"/>
              </a:rPr>
              <a:t>https://youtu.be/jx8a_jdlxAQ?si=Rn38vw4bUNDyxQgB</a:t>
            </a:r>
            <a:endParaRPr lang="en-US" dirty="0"/>
          </a:p>
          <a:p>
            <a:r>
              <a:rPr lang="en-US" dirty="0"/>
              <a:t> </a:t>
            </a:r>
          </a:p>
          <a:p>
            <a:endParaRPr lang="en-US" dirty="0"/>
          </a:p>
        </p:txBody>
      </p:sp>
      <p:pic>
        <p:nvPicPr>
          <p:cNvPr id="5" name="Picture 4">
            <a:extLst>
              <a:ext uri="{FF2B5EF4-FFF2-40B4-BE49-F238E27FC236}">
                <a16:creationId xmlns:a16="http://schemas.microsoft.com/office/drawing/2014/main" id="{7D385E6B-D407-CF28-6618-B8B93A824667}"/>
              </a:ext>
            </a:extLst>
          </p:cNvPr>
          <p:cNvPicPr>
            <a:picLocks noChangeAspect="1"/>
          </p:cNvPicPr>
          <p:nvPr/>
        </p:nvPicPr>
        <p:blipFill>
          <a:blip r:embed="rId4"/>
          <a:stretch>
            <a:fillRect/>
          </a:stretch>
        </p:blipFill>
        <p:spPr>
          <a:xfrm>
            <a:off x="2054017" y="4001294"/>
            <a:ext cx="8083965" cy="2273417"/>
          </a:xfrm>
          <a:prstGeom prst="rect">
            <a:avLst/>
          </a:prstGeom>
        </p:spPr>
      </p:pic>
    </p:spTree>
    <p:extLst>
      <p:ext uri="{BB962C8B-B14F-4D97-AF65-F5344CB8AC3E}">
        <p14:creationId xmlns:p14="http://schemas.microsoft.com/office/powerpoint/2010/main" val="39837050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B9E44-EB7A-9A54-CBEC-D2FDECA427C4}"/>
              </a:ext>
            </a:extLst>
          </p:cNvPr>
          <p:cNvSpPr>
            <a:spLocks noGrp="1"/>
          </p:cNvSpPr>
          <p:nvPr>
            <p:ph type="title"/>
          </p:nvPr>
        </p:nvSpPr>
        <p:spPr/>
        <p:txBody>
          <a:bodyPr/>
          <a:lstStyle/>
          <a:p>
            <a:r>
              <a:rPr lang="en-US" dirty="0"/>
              <a:t>Continue..</a:t>
            </a:r>
          </a:p>
        </p:txBody>
      </p:sp>
      <p:sp>
        <p:nvSpPr>
          <p:cNvPr id="3" name="Content Placeholder 2">
            <a:extLst>
              <a:ext uri="{FF2B5EF4-FFF2-40B4-BE49-F238E27FC236}">
                <a16:creationId xmlns:a16="http://schemas.microsoft.com/office/drawing/2014/main" id="{A7720BC2-4052-D1E6-D7A7-BAD13ABA7ECE}"/>
              </a:ext>
            </a:extLst>
          </p:cNvPr>
          <p:cNvSpPr>
            <a:spLocks noGrp="1"/>
          </p:cNvSpPr>
          <p:nvPr>
            <p:ph idx="1"/>
          </p:nvPr>
        </p:nvSpPr>
        <p:spPr/>
        <p:txBody>
          <a:bodyPr/>
          <a:lstStyle/>
          <a:p>
            <a:r>
              <a:rPr lang="en-US" dirty="0">
                <a:hlinkClick r:id="rId2"/>
              </a:rPr>
              <a:t>https://www.mathsisfun.com/data/standard-deviation.html</a:t>
            </a:r>
            <a:r>
              <a:rPr lang="en-US" dirty="0"/>
              <a:t> </a:t>
            </a:r>
          </a:p>
          <a:p>
            <a:endParaRPr lang="en-US" dirty="0"/>
          </a:p>
        </p:txBody>
      </p:sp>
    </p:spTree>
    <p:extLst>
      <p:ext uri="{BB962C8B-B14F-4D97-AF65-F5344CB8AC3E}">
        <p14:creationId xmlns:p14="http://schemas.microsoft.com/office/powerpoint/2010/main" val="36174761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B7D62-E1DF-0872-89DB-3F825239A416}"/>
              </a:ext>
            </a:extLst>
          </p:cNvPr>
          <p:cNvSpPr>
            <a:spLocks noGrp="1"/>
          </p:cNvSpPr>
          <p:nvPr>
            <p:ph type="title"/>
          </p:nvPr>
        </p:nvSpPr>
        <p:spPr/>
        <p:txBody>
          <a:bodyPr/>
          <a:lstStyle/>
          <a:p>
            <a:r>
              <a:rPr lang="en-US" dirty="0"/>
              <a:t>Standard Deviation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FCCC644-05D5-AEC4-14F5-9DB8DE2EE001}"/>
                  </a:ext>
                </a:extLst>
              </p:cNvPr>
              <p:cNvSpPr>
                <a:spLocks noGrp="1"/>
              </p:cNvSpPr>
              <p:nvPr>
                <p:ph idx="1"/>
              </p:nvPr>
            </p:nvSpPr>
            <p:spPr/>
            <p:txBody>
              <a:bodyPr/>
              <a:lstStyle/>
              <a:p>
                <a:r>
                  <a:rPr lang="en-US" dirty="0"/>
                  <a:t>How far our given set of data varies from</a:t>
                </a:r>
                <a:r>
                  <a:rPr lang="en-US" b="1" dirty="0"/>
                  <a:t>.</a:t>
                </a:r>
                <a:r>
                  <a:rPr lang="en-US" dirty="0"/>
                  <a:t> the mean of the data is measured in standard deviation. Thus, we define standard deviation as the "spread of the statistical data from the mean or average position". We denote the standard deviation of the data using the symbol </a:t>
                </a:r>
                <a:r>
                  <a:rPr lang="en-US" b="1" dirty="0"/>
                  <a:t>σ</a:t>
                </a:r>
                <a:r>
                  <a:rPr lang="en-US" dirty="0"/>
                  <a:t>.</a:t>
                </a:r>
              </a:p>
              <a:p>
                <a:r>
                  <a:rPr lang="en-US" dirty="0">
                    <a:hlinkClick r:id="rId2"/>
                  </a:rPr>
                  <a:t>https://youtu.be/5wJUUgnMGWA?si=MaU_yQWOQeSJNcgo</a:t>
                </a:r>
                <a:endParaRPr lang="en-US" dirty="0"/>
              </a:p>
              <a:p>
                <a14:m>
                  <m:oMath xmlns:m="http://schemas.openxmlformats.org/officeDocument/2006/math">
                    <m:r>
                      <a:rPr lang="en-US" b="0" i="1" smtClean="0">
                        <a:latin typeface="Cambria Math" panose="02040503050406030204" pitchFamily="18" charset="0"/>
                      </a:rPr>
                      <m:t>𝑆𝑡𝑎𝑛𝑑𝑎𝑟𝑑</m:t>
                    </m:r>
                    <m:r>
                      <a:rPr lang="en-US" b="0" i="1" smtClean="0">
                        <a:latin typeface="Cambria Math" panose="02040503050406030204" pitchFamily="18" charset="0"/>
                      </a:rPr>
                      <m:t> </m:t>
                    </m:r>
                    <m:r>
                      <a:rPr lang="en-US" b="0" i="1" smtClean="0">
                        <a:latin typeface="Cambria Math" panose="02040503050406030204" pitchFamily="18" charset="0"/>
                      </a:rPr>
                      <m:t>𝐷𝑒𝑣𝑖𝑎𝑡𝑖𝑜𝑛</m:t>
                    </m:r>
                    <m:r>
                      <a:rPr lang="en-US" b="0" i="1" smtClean="0">
                        <a:latin typeface="Cambria Math" panose="02040503050406030204" pitchFamily="18" charset="0"/>
                      </a:rPr>
                      <m:t>= </m:t>
                    </m:r>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𝑣𝑎𝑟𝑖𝑎𝑛𝑐𝑒</m:t>
                        </m:r>
                        <m:r>
                          <a:rPr lang="en-US" b="0" i="1" smtClean="0">
                            <a:latin typeface="Cambria Math" panose="02040503050406030204" pitchFamily="18" charset="0"/>
                          </a:rPr>
                          <m:t> </m:t>
                        </m:r>
                      </m:e>
                    </m:rad>
                  </m:oMath>
                </a14:m>
                <a:endParaRPr lang="en-US" b="0" dirty="0"/>
              </a:p>
              <a:p>
                <a:r>
                  <a:rPr lang="en-US" dirty="0">
                    <a:hlinkClick r:id="rId3"/>
                  </a:rPr>
                  <a:t>https://www.geeksforgeeks.org/maths/variance-and-standard-deviation/</a:t>
                </a:r>
                <a:endParaRPr lang="en-US" dirty="0"/>
              </a:p>
              <a:p>
                <a:endParaRPr lang="en-US" dirty="0"/>
              </a:p>
            </p:txBody>
          </p:sp>
        </mc:Choice>
        <mc:Fallback xmlns="">
          <p:sp>
            <p:nvSpPr>
              <p:cNvPr id="3" name="Content Placeholder 2">
                <a:extLst>
                  <a:ext uri="{FF2B5EF4-FFF2-40B4-BE49-F238E27FC236}">
                    <a16:creationId xmlns:a16="http://schemas.microsoft.com/office/drawing/2014/main" id="{6FCCC644-05D5-AEC4-14F5-9DB8DE2EE001}"/>
                  </a:ext>
                </a:extLst>
              </p:cNvPr>
              <p:cNvSpPr>
                <a:spLocks noGrp="1" noRot="1" noChangeAspect="1" noMove="1" noResize="1" noEditPoints="1" noAdjustHandles="1" noChangeArrowheads="1" noChangeShapeType="1" noTextEdit="1"/>
              </p:cNvSpPr>
              <p:nvPr>
                <p:ph idx="1"/>
              </p:nvPr>
            </p:nvSpPr>
            <p:spPr>
              <a:blipFill>
                <a:blip r:embed="rId4"/>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33970119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28312-6A53-6CFD-CE47-2ED5BCC71E07}"/>
              </a:ext>
            </a:extLst>
          </p:cNvPr>
          <p:cNvSpPr>
            <a:spLocks noGrp="1"/>
          </p:cNvSpPr>
          <p:nvPr>
            <p:ph type="title"/>
          </p:nvPr>
        </p:nvSpPr>
        <p:spPr/>
        <p:txBody>
          <a:bodyPr/>
          <a:lstStyle/>
          <a:p>
            <a:r>
              <a:rPr lang="en-US" dirty="0"/>
              <a:t>Introduction of Probability </a:t>
            </a:r>
          </a:p>
        </p:txBody>
      </p:sp>
      <p:pic>
        <p:nvPicPr>
          <p:cNvPr id="5" name="Content Placeholder 4">
            <a:extLst>
              <a:ext uri="{FF2B5EF4-FFF2-40B4-BE49-F238E27FC236}">
                <a16:creationId xmlns:a16="http://schemas.microsoft.com/office/drawing/2014/main" id="{0D1107F3-6327-CF40-E57C-03E37BC5886E}"/>
              </a:ext>
            </a:extLst>
          </p:cNvPr>
          <p:cNvPicPr>
            <a:picLocks noGrp="1" noChangeAspect="1"/>
          </p:cNvPicPr>
          <p:nvPr>
            <p:ph idx="1"/>
          </p:nvPr>
        </p:nvPicPr>
        <p:blipFill>
          <a:blip r:embed="rId2"/>
          <a:stretch>
            <a:fillRect/>
          </a:stretch>
        </p:blipFill>
        <p:spPr>
          <a:xfrm>
            <a:off x="2160054" y="1992652"/>
            <a:ext cx="6829834" cy="4428934"/>
          </a:xfrm>
        </p:spPr>
      </p:pic>
    </p:spTree>
    <p:extLst>
      <p:ext uri="{BB962C8B-B14F-4D97-AF65-F5344CB8AC3E}">
        <p14:creationId xmlns:p14="http://schemas.microsoft.com/office/powerpoint/2010/main" val="38298838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42C81-AA86-1406-3087-677B7D1D09BE}"/>
              </a:ext>
            </a:extLst>
          </p:cNvPr>
          <p:cNvSpPr>
            <a:spLocks noGrp="1"/>
          </p:cNvSpPr>
          <p:nvPr>
            <p:ph type="title"/>
          </p:nvPr>
        </p:nvSpPr>
        <p:spPr/>
        <p:txBody>
          <a:bodyPr/>
          <a:lstStyle/>
          <a:p>
            <a:r>
              <a:rPr lang="en-US" dirty="0"/>
              <a:t>Introduction of Probability </a:t>
            </a:r>
          </a:p>
        </p:txBody>
      </p:sp>
      <p:pic>
        <p:nvPicPr>
          <p:cNvPr id="5" name="Content Placeholder 4">
            <a:extLst>
              <a:ext uri="{FF2B5EF4-FFF2-40B4-BE49-F238E27FC236}">
                <a16:creationId xmlns:a16="http://schemas.microsoft.com/office/drawing/2014/main" id="{CA745466-E22A-9755-E124-1AB272BCD5E7}"/>
              </a:ext>
            </a:extLst>
          </p:cNvPr>
          <p:cNvPicPr>
            <a:picLocks noGrp="1" noChangeAspect="1"/>
          </p:cNvPicPr>
          <p:nvPr>
            <p:ph idx="1"/>
          </p:nvPr>
        </p:nvPicPr>
        <p:blipFill>
          <a:blip r:embed="rId2"/>
          <a:stretch>
            <a:fillRect/>
          </a:stretch>
        </p:blipFill>
        <p:spPr>
          <a:xfrm>
            <a:off x="2784297" y="1958721"/>
            <a:ext cx="6319247" cy="3897549"/>
          </a:xfrm>
        </p:spPr>
      </p:pic>
    </p:spTree>
    <p:extLst>
      <p:ext uri="{BB962C8B-B14F-4D97-AF65-F5344CB8AC3E}">
        <p14:creationId xmlns:p14="http://schemas.microsoft.com/office/powerpoint/2010/main" val="4756126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90820-2FBD-1D45-769B-B3D8D5754666}"/>
              </a:ext>
            </a:extLst>
          </p:cNvPr>
          <p:cNvSpPr>
            <a:spLocks noGrp="1"/>
          </p:cNvSpPr>
          <p:nvPr>
            <p:ph type="title"/>
          </p:nvPr>
        </p:nvSpPr>
        <p:spPr/>
        <p:txBody>
          <a:bodyPr/>
          <a:lstStyle/>
          <a:p>
            <a:r>
              <a:rPr lang="en-US" dirty="0"/>
              <a:t>Introduction of Probability </a:t>
            </a:r>
          </a:p>
        </p:txBody>
      </p:sp>
      <p:pic>
        <p:nvPicPr>
          <p:cNvPr id="5" name="Content Placeholder 4">
            <a:extLst>
              <a:ext uri="{FF2B5EF4-FFF2-40B4-BE49-F238E27FC236}">
                <a16:creationId xmlns:a16="http://schemas.microsoft.com/office/drawing/2014/main" id="{6E976924-9EDC-416D-983D-749C2CE7D2D0}"/>
              </a:ext>
            </a:extLst>
          </p:cNvPr>
          <p:cNvPicPr>
            <a:picLocks noGrp="1" noChangeAspect="1"/>
          </p:cNvPicPr>
          <p:nvPr>
            <p:ph idx="1"/>
          </p:nvPr>
        </p:nvPicPr>
        <p:blipFill>
          <a:blip r:embed="rId2"/>
          <a:stretch>
            <a:fillRect/>
          </a:stretch>
        </p:blipFill>
        <p:spPr>
          <a:xfrm>
            <a:off x="2640458" y="1944805"/>
            <a:ext cx="7228505" cy="4301883"/>
          </a:xfrm>
        </p:spPr>
      </p:pic>
    </p:spTree>
    <p:extLst>
      <p:ext uri="{BB962C8B-B14F-4D97-AF65-F5344CB8AC3E}">
        <p14:creationId xmlns:p14="http://schemas.microsoft.com/office/powerpoint/2010/main" val="16881811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E4F23-A75A-9384-15E2-151E7E2A7B65}"/>
              </a:ext>
            </a:extLst>
          </p:cNvPr>
          <p:cNvSpPr>
            <a:spLocks noGrp="1"/>
          </p:cNvSpPr>
          <p:nvPr>
            <p:ph type="title"/>
          </p:nvPr>
        </p:nvSpPr>
        <p:spPr/>
        <p:txBody>
          <a:bodyPr/>
          <a:lstStyle/>
          <a:p>
            <a:r>
              <a:rPr lang="en-US" dirty="0"/>
              <a:t>Introduction of Probability </a:t>
            </a:r>
          </a:p>
        </p:txBody>
      </p:sp>
      <p:pic>
        <p:nvPicPr>
          <p:cNvPr id="5" name="Content Placeholder 4">
            <a:extLst>
              <a:ext uri="{FF2B5EF4-FFF2-40B4-BE49-F238E27FC236}">
                <a16:creationId xmlns:a16="http://schemas.microsoft.com/office/drawing/2014/main" id="{789E15E6-B2EF-44FD-D800-665FB8048D3A}"/>
              </a:ext>
            </a:extLst>
          </p:cNvPr>
          <p:cNvPicPr>
            <a:picLocks noGrp="1" noChangeAspect="1"/>
          </p:cNvPicPr>
          <p:nvPr>
            <p:ph idx="1"/>
          </p:nvPr>
        </p:nvPicPr>
        <p:blipFill>
          <a:blip r:embed="rId2"/>
          <a:stretch>
            <a:fillRect/>
          </a:stretch>
        </p:blipFill>
        <p:spPr>
          <a:xfrm>
            <a:off x="2702103" y="1858463"/>
            <a:ext cx="6982782" cy="4408773"/>
          </a:xfrm>
        </p:spPr>
      </p:pic>
    </p:spTree>
    <p:extLst>
      <p:ext uri="{BB962C8B-B14F-4D97-AF65-F5344CB8AC3E}">
        <p14:creationId xmlns:p14="http://schemas.microsoft.com/office/powerpoint/2010/main" val="33464310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35EE2-F2BF-FD48-2BF5-6179BC6A2A16}"/>
              </a:ext>
            </a:extLst>
          </p:cNvPr>
          <p:cNvSpPr>
            <a:spLocks noGrp="1"/>
          </p:cNvSpPr>
          <p:nvPr>
            <p:ph type="title"/>
          </p:nvPr>
        </p:nvSpPr>
        <p:spPr/>
        <p:txBody>
          <a:bodyPr/>
          <a:lstStyle/>
          <a:p>
            <a:r>
              <a:rPr lang="en-US" dirty="0"/>
              <a:t>Introduction of Probability </a:t>
            </a:r>
          </a:p>
        </p:txBody>
      </p:sp>
      <p:pic>
        <p:nvPicPr>
          <p:cNvPr id="5" name="Content Placeholder 4">
            <a:extLst>
              <a:ext uri="{FF2B5EF4-FFF2-40B4-BE49-F238E27FC236}">
                <a16:creationId xmlns:a16="http://schemas.microsoft.com/office/drawing/2014/main" id="{2FE8BC03-18DB-85BB-717F-C3450228C7E5}"/>
              </a:ext>
            </a:extLst>
          </p:cNvPr>
          <p:cNvPicPr>
            <a:picLocks noGrp="1" noChangeAspect="1"/>
          </p:cNvPicPr>
          <p:nvPr>
            <p:ph idx="1"/>
          </p:nvPr>
        </p:nvPicPr>
        <p:blipFill>
          <a:blip r:embed="rId2"/>
          <a:stretch>
            <a:fillRect/>
          </a:stretch>
        </p:blipFill>
        <p:spPr>
          <a:xfrm>
            <a:off x="2818544" y="1837988"/>
            <a:ext cx="6554912" cy="4295193"/>
          </a:xfrm>
        </p:spPr>
      </p:pic>
    </p:spTree>
    <p:extLst>
      <p:ext uri="{BB962C8B-B14F-4D97-AF65-F5344CB8AC3E}">
        <p14:creationId xmlns:p14="http://schemas.microsoft.com/office/powerpoint/2010/main" val="25127089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4287F-0AE3-D083-5BF3-9F9F78AFC72D}"/>
              </a:ext>
            </a:extLst>
          </p:cNvPr>
          <p:cNvSpPr>
            <a:spLocks noGrp="1"/>
          </p:cNvSpPr>
          <p:nvPr>
            <p:ph type="title"/>
          </p:nvPr>
        </p:nvSpPr>
        <p:spPr/>
        <p:txBody>
          <a:bodyPr/>
          <a:lstStyle/>
          <a:p>
            <a:r>
              <a:rPr lang="en-US" dirty="0"/>
              <a:t>Introduction of Probability </a:t>
            </a:r>
          </a:p>
        </p:txBody>
      </p:sp>
      <p:pic>
        <p:nvPicPr>
          <p:cNvPr id="5" name="Content Placeholder 4">
            <a:extLst>
              <a:ext uri="{FF2B5EF4-FFF2-40B4-BE49-F238E27FC236}">
                <a16:creationId xmlns:a16="http://schemas.microsoft.com/office/drawing/2014/main" id="{469C45DF-A662-8168-2343-F6AF6D7DADAB}"/>
              </a:ext>
            </a:extLst>
          </p:cNvPr>
          <p:cNvPicPr>
            <a:picLocks noGrp="1" noChangeAspect="1"/>
          </p:cNvPicPr>
          <p:nvPr>
            <p:ph idx="1"/>
          </p:nvPr>
        </p:nvPicPr>
        <p:blipFill>
          <a:blip r:embed="rId2"/>
          <a:stretch>
            <a:fillRect/>
          </a:stretch>
        </p:blipFill>
        <p:spPr>
          <a:xfrm>
            <a:off x="2520593" y="1913504"/>
            <a:ext cx="7150814" cy="4458224"/>
          </a:xfrm>
        </p:spPr>
      </p:pic>
    </p:spTree>
    <p:extLst>
      <p:ext uri="{BB962C8B-B14F-4D97-AF65-F5344CB8AC3E}">
        <p14:creationId xmlns:p14="http://schemas.microsoft.com/office/powerpoint/2010/main" val="11589054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F4AE9-DA60-5F24-1AD1-9B19C32DFBD6}"/>
              </a:ext>
            </a:extLst>
          </p:cNvPr>
          <p:cNvSpPr>
            <a:spLocks noGrp="1"/>
          </p:cNvSpPr>
          <p:nvPr>
            <p:ph type="title"/>
          </p:nvPr>
        </p:nvSpPr>
        <p:spPr/>
        <p:txBody>
          <a:bodyPr/>
          <a:lstStyle/>
          <a:p>
            <a:r>
              <a:rPr lang="en-US" dirty="0"/>
              <a:t>Introduction of Probability </a:t>
            </a:r>
          </a:p>
        </p:txBody>
      </p:sp>
      <p:pic>
        <p:nvPicPr>
          <p:cNvPr id="5" name="Content Placeholder 4">
            <a:extLst>
              <a:ext uri="{FF2B5EF4-FFF2-40B4-BE49-F238E27FC236}">
                <a16:creationId xmlns:a16="http://schemas.microsoft.com/office/drawing/2014/main" id="{8BCBA064-864E-1F62-238B-8FC0EC6BE650}"/>
              </a:ext>
            </a:extLst>
          </p:cNvPr>
          <p:cNvPicPr>
            <a:picLocks noGrp="1" noChangeAspect="1"/>
          </p:cNvPicPr>
          <p:nvPr>
            <p:ph idx="1"/>
          </p:nvPr>
        </p:nvPicPr>
        <p:blipFill>
          <a:blip r:embed="rId2"/>
          <a:stretch>
            <a:fillRect/>
          </a:stretch>
        </p:blipFill>
        <p:spPr>
          <a:xfrm>
            <a:off x="2807146" y="2034282"/>
            <a:ext cx="6848364" cy="4294598"/>
          </a:xfrm>
        </p:spPr>
      </p:pic>
    </p:spTree>
    <p:extLst>
      <p:ext uri="{BB962C8B-B14F-4D97-AF65-F5344CB8AC3E}">
        <p14:creationId xmlns:p14="http://schemas.microsoft.com/office/powerpoint/2010/main" val="7257785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F0B83-799E-4C60-532C-A116DC14093B}"/>
              </a:ext>
            </a:extLst>
          </p:cNvPr>
          <p:cNvSpPr>
            <a:spLocks noGrp="1"/>
          </p:cNvSpPr>
          <p:nvPr>
            <p:ph type="title"/>
          </p:nvPr>
        </p:nvSpPr>
        <p:spPr/>
        <p:txBody>
          <a:bodyPr/>
          <a:lstStyle/>
          <a:p>
            <a:r>
              <a:rPr lang="en-US" dirty="0"/>
              <a:t>Introduction of Probability </a:t>
            </a:r>
          </a:p>
        </p:txBody>
      </p:sp>
      <p:pic>
        <p:nvPicPr>
          <p:cNvPr id="5" name="Content Placeholder 4">
            <a:extLst>
              <a:ext uri="{FF2B5EF4-FFF2-40B4-BE49-F238E27FC236}">
                <a16:creationId xmlns:a16="http://schemas.microsoft.com/office/drawing/2014/main" id="{3AE69FDE-E9EB-3A9E-D3EB-E78CAAF24246}"/>
              </a:ext>
            </a:extLst>
          </p:cNvPr>
          <p:cNvPicPr>
            <a:picLocks noGrp="1" noChangeAspect="1"/>
          </p:cNvPicPr>
          <p:nvPr>
            <p:ph idx="1"/>
          </p:nvPr>
        </p:nvPicPr>
        <p:blipFill>
          <a:blip r:embed="rId2"/>
          <a:stretch>
            <a:fillRect/>
          </a:stretch>
        </p:blipFill>
        <p:spPr>
          <a:xfrm>
            <a:off x="2602786" y="1903925"/>
            <a:ext cx="6986427" cy="4113503"/>
          </a:xfrm>
        </p:spPr>
      </p:pic>
    </p:spTree>
    <p:extLst>
      <p:ext uri="{BB962C8B-B14F-4D97-AF65-F5344CB8AC3E}">
        <p14:creationId xmlns:p14="http://schemas.microsoft.com/office/powerpoint/2010/main" val="37284861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D9C7D-2778-8F31-0139-A291FC7D0DFE}"/>
              </a:ext>
            </a:extLst>
          </p:cNvPr>
          <p:cNvSpPr>
            <a:spLocks noGrp="1"/>
          </p:cNvSpPr>
          <p:nvPr>
            <p:ph type="title"/>
          </p:nvPr>
        </p:nvSpPr>
        <p:spPr/>
        <p:txBody>
          <a:bodyPr/>
          <a:lstStyle/>
          <a:p>
            <a:r>
              <a:rPr lang="en-US" dirty="0"/>
              <a:t>Introduction of Probability </a:t>
            </a:r>
          </a:p>
        </p:txBody>
      </p:sp>
      <p:pic>
        <p:nvPicPr>
          <p:cNvPr id="5" name="Content Placeholder 4">
            <a:extLst>
              <a:ext uri="{FF2B5EF4-FFF2-40B4-BE49-F238E27FC236}">
                <a16:creationId xmlns:a16="http://schemas.microsoft.com/office/drawing/2014/main" id="{C25835F5-2F76-3DA5-9552-F38E39BF0C25}"/>
              </a:ext>
            </a:extLst>
          </p:cNvPr>
          <p:cNvPicPr>
            <a:picLocks noGrp="1" noChangeAspect="1"/>
          </p:cNvPicPr>
          <p:nvPr>
            <p:ph idx="1"/>
          </p:nvPr>
        </p:nvPicPr>
        <p:blipFill>
          <a:blip r:embed="rId2"/>
          <a:stretch>
            <a:fillRect/>
          </a:stretch>
        </p:blipFill>
        <p:spPr>
          <a:xfrm>
            <a:off x="3797931" y="1825625"/>
            <a:ext cx="4596138" cy="4351338"/>
          </a:xfrm>
        </p:spPr>
      </p:pic>
    </p:spTree>
    <p:extLst>
      <p:ext uri="{BB962C8B-B14F-4D97-AF65-F5344CB8AC3E}">
        <p14:creationId xmlns:p14="http://schemas.microsoft.com/office/powerpoint/2010/main" val="30744368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76C8E-8008-1329-7A88-20F6572C0A5B}"/>
              </a:ext>
            </a:extLst>
          </p:cNvPr>
          <p:cNvSpPr>
            <a:spLocks noGrp="1"/>
          </p:cNvSpPr>
          <p:nvPr>
            <p:ph type="title"/>
          </p:nvPr>
        </p:nvSpPr>
        <p:spPr/>
        <p:txBody>
          <a:bodyPr/>
          <a:lstStyle/>
          <a:p>
            <a:r>
              <a:rPr lang="en-US" dirty="0"/>
              <a:t>Introduction of Probability </a:t>
            </a:r>
          </a:p>
        </p:txBody>
      </p:sp>
      <p:pic>
        <p:nvPicPr>
          <p:cNvPr id="5" name="Content Placeholder 4">
            <a:extLst>
              <a:ext uri="{FF2B5EF4-FFF2-40B4-BE49-F238E27FC236}">
                <a16:creationId xmlns:a16="http://schemas.microsoft.com/office/drawing/2014/main" id="{16456DC2-AFCB-5D47-FF10-3F7C58D0B747}"/>
              </a:ext>
            </a:extLst>
          </p:cNvPr>
          <p:cNvPicPr>
            <a:picLocks noGrp="1" noChangeAspect="1"/>
          </p:cNvPicPr>
          <p:nvPr>
            <p:ph idx="1"/>
          </p:nvPr>
        </p:nvPicPr>
        <p:blipFill>
          <a:blip r:embed="rId2"/>
          <a:stretch>
            <a:fillRect/>
          </a:stretch>
        </p:blipFill>
        <p:spPr>
          <a:xfrm>
            <a:off x="3530468" y="1905686"/>
            <a:ext cx="5131064" cy="4191215"/>
          </a:xfrm>
        </p:spPr>
      </p:pic>
    </p:spTree>
    <p:extLst>
      <p:ext uri="{BB962C8B-B14F-4D97-AF65-F5344CB8AC3E}">
        <p14:creationId xmlns:p14="http://schemas.microsoft.com/office/powerpoint/2010/main" val="25633621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D1681-00D7-C81A-CED5-AEA96270C0FE}"/>
              </a:ext>
            </a:extLst>
          </p:cNvPr>
          <p:cNvSpPr>
            <a:spLocks noGrp="1"/>
          </p:cNvSpPr>
          <p:nvPr>
            <p:ph type="title"/>
          </p:nvPr>
        </p:nvSpPr>
        <p:spPr/>
        <p:txBody>
          <a:bodyPr/>
          <a:lstStyle/>
          <a:p>
            <a:r>
              <a:rPr lang="en-US" dirty="0"/>
              <a:t>Introduction of Probability </a:t>
            </a:r>
          </a:p>
        </p:txBody>
      </p:sp>
      <p:pic>
        <p:nvPicPr>
          <p:cNvPr id="5" name="Content Placeholder 4">
            <a:extLst>
              <a:ext uri="{FF2B5EF4-FFF2-40B4-BE49-F238E27FC236}">
                <a16:creationId xmlns:a16="http://schemas.microsoft.com/office/drawing/2014/main" id="{8923F58E-5F9D-242A-CAC4-935B95BEFB4F}"/>
              </a:ext>
            </a:extLst>
          </p:cNvPr>
          <p:cNvPicPr>
            <a:picLocks noGrp="1" noChangeAspect="1"/>
          </p:cNvPicPr>
          <p:nvPr>
            <p:ph idx="1"/>
          </p:nvPr>
        </p:nvPicPr>
        <p:blipFill>
          <a:blip r:embed="rId2"/>
          <a:stretch>
            <a:fillRect/>
          </a:stretch>
        </p:blipFill>
        <p:spPr>
          <a:xfrm>
            <a:off x="3388434" y="1825625"/>
            <a:ext cx="5415132" cy="4351338"/>
          </a:xfrm>
        </p:spPr>
      </p:pic>
    </p:spTree>
    <p:extLst>
      <p:ext uri="{BB962C8B-B14F-4D97-AF65-F5344CB8AC3E}">
        <p14:creationId xmlns:p14="http://schemas.microsoft.com/office/powerpoint/2010/main" val="37492475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5C701-9FF9-8BF3-7C1E-D1A9F52DCDDC}"/>
              </a:ext>
            </a:extLst>
          </p:cNvPr>
          <p:cNvSpPr>
            <a:spLocks noGrp="1"/>
          </p:cNvSpPr>
          <p:nvPr>
            <p:ph type="title"/>
          </p:nvPr>
        </p:nvSpPr>
        <p:spPr/>
        <p:txBody>
          <a:bodyPr/>
          <a:lstStyle/>
          <a:p>
            <a:r>
              <a:rPr lang="en-US" dirty="0"/>
              <a:t>Introduction of Probability </a:t>
            </a:r>
          </a:p>
        </p:txBody>
      </p:sp>
      <p:pic>
        <p:nvPicPr>
          <p:cNvPr id="5" name="Content Placeholder 4">
            <a:extLst>
              <a:ext uri="{FF2B5EF4-FFF2-40B4-BE49-F238E27FC236}">
                <a16:creationId xmlns:a16="http://schemas.microsoft.com/office/drawing/2014/main" id="{F4D399E7-28AE-BB2E-2239-62EA84722303}"/>
              </a:ext>
            </a:extLst>
          </p:cNvPr>
          <p:cNvPicPr>
            <a:picLocks noGrp="1" noChangeAspect="1"/>
          </p:cNvPicPr>
          <p:nvPr>
            <p:ph idx="1"/>
          </p:nvPr>
        </p:nvPicPr>
        <p:blipFill>
          <a:blip r:embed="rId2"/>
          <a:stretch>
            <a:fillRect/>
          </a:stretch>
        </p:blipFill>
        <p:spPr>
          <a:xfrm>
            <a:off x="3615244" y="1825625"/>
            <a:ext cx="4961512" cy="4351338"/>
          </a:xfrm>
        </p:spPr>
      </p:pic>
    </p:spTree>
    <p:extLst>
      <p:ext uri="{BB962C8B-B14F-4D97-AF65-F5344CB8AC3E}">
        <p14:creationId xmlns:p14="http://schemas.microsoft.com/office/powerpoint/2010/main" val="15424409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CD74D-A64B-418A-567B-6A35A84C762A}"/>
              </a:ext>
            </a:extLst>
          </p:cNvPr>
          <p:cNvSpPr>
            <a:spLocks noGrp="1"/>
          </p:cNvSpPr>
          <p:nvPr>
            <p:ph type="title"/>
          </p:nvPr>
        </p:nvSpPr>
        <p:spPr/>
        <p:txBody>
          <a:bodyPr/>
          <a:lstStyle/>
          <a:p>
            <a:r>
              <a:rPr lang="en-US" dirty="0"/>
              <a:t>Introduction of Probability </a:t>
            </a:r>
          </a:p>
        </p:txBody>
      </p:sp>
      <p:pic>
        <p:nvPicPr>
          <p:cNvPr id="5" name="Content Placeholder 4">
            <a:extLst>
              <a:ext uri="{FF2B5EF4-FFF2-40B4-BE49-F238E27FC236}">
                <a16:creationId xmlns:a16="http://schemas.microsoft.com/office/drawing/2014/main" id="{04530320-77B9-55D2-A036-3469B8AE9328}"/>
              </a:ext>
            </a:extLst>
          </p:cNvPr>
          <p:cNvPicPr>
            <a:picLocks noGrp="1" noChangeAspect="1"/>
          </p:cNvPicPr>
          <p:nvPr>
            <p:ph idx="1"/>
          </p:nvPr>
        </p:nvPicPr>
        <p:blipFill>
          <a:blip r:embed="rId2"/>
          <a:stretch>
            <a:fillRect/>
          </a:stretch>
        </p:blipFill>
        <p:spPr>
          <a:xfrm>
            <a:off x="3330433" y="1988240"/>
            <a:ext cx="5531134" cy="4026107"/>
          </a:xfrm>
        </p:spPr>
      </p:pic>
    </p:spTree>
    <p:extLst>
      <p:ext uri="{BB962C8B-B14F-4D97-AF65-F5344CB8AC3E}">
        <p14:creationId xmlns:p14="http://schemas.microsoft.com/office/powerpoint/2010/main" val="40605460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FD339-E326-5800-BFFA-4C1230B5F96D}"/>
              </a:ext>
            </a:extLst>
          </p:cNvPr>
          <p:cNvSpPr>
            <a:spLocks noGrp="1"/>
          </p:cNvSpPr>
          <p:nvPr>
            <p:ph type="title"/>
          </p:nvPr>
        </p:nvSpPr>
        <p:spPr/>
        <p:txBody>
          <a:bodyPr/>
          <a:lstStyle/>
          <a:p>
            <a:r>
              <a:rPr lang="en-US" dirty="0"/>
              <a:t>Introduction of Probability </a:t>
            </a:r>
          </a:p>
        </p:txBody>
      </p:sp>
      <p:pic>
        <p:nvPicPr>
          <p:cNvPr id="5" name="Content Placeholder 4">
            <a:extLst>
              <a:ext uri="{FF2B5EF4-FFF2-40B4-BE49-F238E27FC236}">
                <a16:creationId xmlns:a16="http://schemas.microsoft.com/office/drawing/2014/main" id="{C8CC2304-7728-E2FA-EB6C-B214017E1326}"/>
              </a:ext>
            </a:extLst>
          </p:cNvPr>
          <p:cNvPicPr>
            <a:picLocks noGrp="1" noChangeAspect="1"/>
          </p:cNvPicPr>
          <p:nvPr>
            <p:ph idx="1"/>
          </p:nvPr>
        </p:nvPicPr>
        <p:blipFill>
          <a:blip r:embed="rId2"/>
          <a:stretch>
            <a:fillRect/>
          </a:stretch>
        </p:blipFill>
        <p:spPr>
          <a:xfrm>
            <a:off x="1684962" y="1907634"/>
            <a:ext cx="9401511" cy="4462344"/>
          </a:xfrm>
        </p:spPr>
      </p:pic>
    </p:spTree>
    <p:extLst>
      <p:ext uri="{BB962C8B-B14F-4D97-AF65-F5344CB8AC3E}">
        <p14:creationId xmlns:p14="http://schemas.microsoft.com/office/powerpoint/2010/main" val="2563528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A9C67-677E-CDB8-4B77-E1CA5419A6AE}"/>
              </a:ext>
            </a:extLst>
          </p:cNvPr>
          <p:cNvSpPr>
            <a:spLocks noGrp="1"/>
          </p:cNvSpPr>
          <p:nvPr>
            <p:ph type="title"/>
          </p:nvPr>
        </p:nvSpPr>
        <p:spPr/>
        <p:txBody>
          <a:bodyPr/>
          <a:lstStyle/>
          <a:p>
            <a:r>
              <a:rPr lang="en-US" dirty="0"/>
              <a:t>Introduction of Probability </a:t>
            </a:r>
          </a:p>
        </p:txBody>
      </p:sp>
      <p:pic>
        <p:nvPicPr>
          <p:cNvPr id="5" name="Content Placeholder 4">
            <a:extLst>
              <a:ext uri="{FF2B5EF4-FFF2-40B4-BE49-F238E27FC236}">
                <a16:creationId xmlns:a16="http://schemas.microsoft.com/office/drawing/2014/main" id="{936A7E40-FB25-B7A2-A0FE-746DCF38D3EB}"/>
              </a:ext>
            </a:extLst>
          </p:cNvPr>
          <p:cNvPicPr>
            <a:picLocks noGrp="1" noChangeAspect="1"/>
          </p:cNvPicPr>
          <p:nvPr>
            <p:ph idx="1"/>
          </p:nvPr>
        </p:nvPicPr>
        <p:blipFill>
          <a:blip r:embed="rId2"/>
          <a:stretch>
            <a:fillRect/>
          </a:stretch>
        </p:blipFill>
        <p:spPr>
          <a:xfrm>
            <a:off x="490716" y="2095927"/>
            <a:ext cx="11210568" cy="3688423"/>
          </a:xfrm>
        </p:spPr>
      </p:pic>
    </p:spTree>
    <p:extLst>
      <p:ext uri="{BB962C8B-B14F-4D97-AF65-F5344CB8AC3E}">
        <p14:creationId xmlns:p14="http://schemas.microsoft.com/office/powerpoint/2010/main" val="15534451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182128-13D1-7929-50B7-045E2D35770B}"/>
              </a:ext>
            </a:extLst>
          </p:cNvPr>
          <p:cNvSpPr>
            <a:spLocks noGrp="1"/>
          </p:cNvSpPr>
          <p:nvPr>
            <p:ph type="title"/>
          </p:nvPr>
        </p:nvSpPr>
        <p:spPr/>
        <p:txBody>
          <a:bodyPr/>
          <a:lstStyle/>
          <a:p>
            <a:r>
              <a:rPr lang="en-US" dirty="0"/>
              <a:t>Introduction of Probability </a:t>
            </a:r>
          </a:p>
        </p:txBody>
      </p:sp>
      <p:pic>
        <p:nvPicPr>
          <p:cNvPr id="5" name="Content Placeholder 4">
            <a:extLst>
              <a:ext uri="{FF2B5EF4-FFF2-40B4-BE49-F238E27FC236}">
                <a16:creationId xmlns:a16="http://schemas.microsoft.com/office/drawing/2014/main" id="{526B71F9-4D47-39D3-4477-3A64D58A480C}"/>
              </a:ext>
            </a:extLst>
          </p:cNvPr>
          <p:cNvPicPr>
            <a:picLocks noGrp="1" noChangeAspect="1"/>
          </p:cNvPicPr>
          <p:nvPr>
            <p:ph idx="1"/>
          </p:nvPr>
        </p:nvPicPr>
        <p:blipFill>
          <a:blip r:embed="rId2"/>
          <a:stretch>
            <a:fillRect/>
          </a:stretch>
        </p:blipFill>
        <p:spPr>
          <a:xfrm>
            <a:off x="390656" y="2250039"/>
            <a:ext cx="10844857" cy="3328827"/>
          </a:xfrm>
        </p:spPr>
      </p:pic>
    </p:spTree>
    <p:extLst>
      <p:ext uri="{BB962C8B-B14F-4D97-AF65-F5344CB8AC3E}">
        <p14:creationId xmlns:p14="http://schemas.microsoft.com/office/powerpoint/2010/main" val="9501061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D2D0A-A8EA-B133-0405-98B6BB31599C}"/>
              </a:ext>
            </a:extLst>
          </p:cNvPr>
          <p:cNvSpPr>
            <a:spLocks noGrp="1"/>
          </p:cNvSpPr>
          <p:nvPr>
            <p:ph type="title"/>
          </p:nvPr>
        </p:nvSpPr>
        <p:spPr/>
        <p:txBody>
          <a:bodyPr/>
          <a:lstStyle/>
          <a:p>
            <a:r>
              <a:rPr lang="en-US" dirty="0"/>
              <a:t>Introduction of Probability </a:t>
            </a:r>
          </a:p>
        </p:txBody>
      </p:sp>
      <p:pic>
        <p:nvPicPr>
          <p:cNvPr id="5" name="Content Placeholder 4">
            <a:extLst>
              <a:ext uri="{FF2B5EF4-FFF2-40B4-BE49-F238E27FC236}">
                <a16:creationId xmlns:a16="http://schemas.microsoft.com/office/drawing/2014/main" id="{EF739F0F-C90E-6A54-3CFA-CCA6B80D4C97}"/>
              </a:ext>
            </a:extLst>
          </p:cNvPr>
          <p:cNvPicPr>
            <a:picLocks noGrp="1" noChangeAspect="1"/>
          </p:cNvPicPr>
          <p:nvPr>
            <p:ph idx="1"/>
          </p:nvPr>
        </p:nvPicPr>
        <p:blipFill>
          <a:blip r:embed="rId2"/>
          <a:stretch>
            <a:fillRect/>
          </a:stretch>
        </p:blipFill>
        <p:spPr>
          <a:xfrm>
            <a:off x="142056" y="2283761"/>
            <a:ext cx="11561300" cy="3202639"/>
          </a:xfrm>
        </p:spPr>
      </p:pic>
    </p:spTree>
    <p:extLst>
      <p:ext uri="{BB962C8B-B14F-4D97-AF65-F5344CB8AC3E}">
        <p14:creationId xmlns:p14="http://schemas.microsoft.com/office/powerpoint/2010/main" val="26608688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A164F-1A37-4FA4-717F-788D5766C46B}"/>
              </a:ext>
            </a:extLst>
          </p:cNvPr>
          <p:cNvSpPr>
            <a:spLocks noGrp="1"/>
          </p:cNvSpPr>
          <p:nvPr>
            <p:ph type="title"/>
          </p:nvPr>
        </p:nvSpPr>
        <p:spPr/>
        <p:txBody>
          <a:bodyPr/>
          <a:lstStyle/>
          <a:p>
            <a:r>
              <a:rPr lang="en-US" dirty="0"/>
              <a:t>Introduction of Probability </a:t>
            </a:r>
          </a:p>
        </p:txBody>
      </p:sp>
      <p:pic>
        <p:nvPicPr>
          <p:cNvPr id="5" name="Content Placeholder 4">
            <a:extLst>
              <a:ext uri="{FF2B5EF4-FFF2-40B4-BE49-F238E27FC236}">
                <a16:creationId xmlns:a16="http://schemas.microsoft.com/office/drawing/2014/main" id="{923645C6-198F-FD04-D42D-11A860EE7AB1}"/>
              </a:ext>
            </a:extLst>
          </p:cNvPr>
          <p:cNvPicPr>
            <a:picLocks noGrp="1" noChangeAspect="1"/>
          </p:cNvPicPr>
          <p:nvPr>
            <p:ph idx="1"/>
          </p:nvPr>
        </p:nvPicPr>
        <p:blipFill>
          <a:blip r:embed="rId2"/>
          <a:stretch>
            <a:fillRect/>
          </a:stretch>
        </p:blipFill>
        <p:spPr>
          <a:xfrm>
            <a:off x="962421" y="2208944"/>
            <a:ext cx="10887930" cy="3801437"/>
          </a:xfrm>
        </p:spPr>
      </p:pic>
    </p:spTree>
    <p:extLst>
      <p:ext uri="{BB962C8B-B14F-4D97-AF65-F5344CB8AC3E}">
        <p14:creationId xmlns:p14="http://schemas.microsoft.com/office/powerpoint/2010/main" val="4422880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FEF36D-DB91-44A6-F216-4C671E92A6CF}"/>
              </a:ext>
            </a:extLst>
          </p:cNvPr>
          <p:cNvSpPr>
            <a:spLocks noGrp="1"/>
          </p:cNvSpPr>
          <p:nvPr>
            <p:ph type="title"/>
          </p:nvPr>
        </p:nvSpPr>
        <p:spPr/>
        <p:txBody>
          <a:bodyPr/>
          <a:lstStyle/>
          <a:p>
            <a:r>
              <a:rPr lang="en-US" dirty="0"/>
              <a:t>Introduction of Probability </a:t>
            </a:r>
          </a:p>
        </p:txBody>
      </p:sp>
      <p:pic>
        <p:nvPicPr>
          <p:cNvPr id="5" name="Content Placeholder 4">
            <a:extLst>
              <a:ext uri="{FF2B5EF4-FFF2-40B4-BE49-F238E27FC236}">
                <a16:creationId xmlns:a16="http://schemas.microsoft.com/office/drawing/2014/main" id="{7E405A7E-2CBA-0369-100B-94D2484F748D}"/>
              </a:ext>
            </a:extLst>
          </p:cNvPr>
          <p:cNvPicPr>
            <a:picLocks noGrp="1" noChangeAspect="1"/>
          </p:cNvPicPr>
          <p:nvPr>
            <p:ph idx="1"/>
          </p:nvPr>
        </p:nvPicPr>
        <p:blipFill>
          <a:blip r:embed="rId2"/>
          <a:stretch>
            <a:fillRect/>
          </a:stretch>
        </p:blipFill>
        <p:spPr>
          <a:xfrm>
            <a:off x="1005820" y="2126751"/>
            <a:ext cx="10713098" cy="3945275"/>
          </a:xfrm>
        </p:spPr>
      </p:pic>
    </p:spTree>
    <p:extLst>
      <p:ext uri="{BB962C8B-B14F-4D97-AF65-F5344CB8AC3E}">
        <p14:creationId xmlns:p14="http://schemas.microsoft.com/office/powerpoint/2010/main" val="30552209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0E6FB-9D90-1F51-5B83-4125CFF69F44}"/>
              </a:ext>
            </a:extLst>
          </p:cNvPr>
          <p:cNvSpPr>
            <a:spLocks noGrp="1"/>
          </p:cNvSpPr>
          <p:nvPr>
            <p:ph type="title"/>
          </p:nvPr>
        </p:nvSpPr>
        <p:spPr/>
        <p:txBody>
          <a:bodyPr/>
          <a:lstStyle/>
          <a:p>
            <a:r>
              <a:rPr lang="en-US" dirty="0"/>
              <a:t>Introduction of Probability </a:t>
            </a:r>
          </a:p>
        </p:txBody>
      </p:sp>
      <p:pic>
        <p:nvPicPr>
          <p:cNvPr id="5" name="Content Placeholder 4">
            <a:extLst>
              <a:ext uri="{FF2B5EF4-FFF2-40B4-BE49-F238E27FC236}">
                <a16:creationId xmlns:a16="http://schemas.microsoft.com/office/drawing/2014/main" id="{0F4C8261-4D11-5812-C45B-F83FC2B86C2F}"/>
              </a:ext>
            </a:extLst>
          </p:cNvPr>
          <p:cNvPicPr>
            <a:picLocks noGrp="1" noChangeAspect="1"/>
          </p:cNvPicPr>
          <p:nvPr>
            <p:ph idx="1"/>
          </p:nvPr>
        </p:nvPicPr>
        <p:blipFill>
          <a:blip r:embed="rId2"/>
          <a:stretch>
            <a:fillRect/>
          </a:stretch>
        </p:blipFill>
        <p:spPr>
          <a:xfrm>
            <a:off x="838200" y="2167804"/>
            <a:ext cx="10695066" cy="3729562"/>
          </a:xfrm>
        </p:spPr>
      </p:pic>
    </p:spTree>
    <p:extLst>
      <p:ext uri="{BB962C8B-B14F-4D97-AF65-F5344CB8AC3E}">
        <p14:creationId xmlns:p14="http://schemas.microsoft.com/office/powerpoint/2010/main" val="1652624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96948-2024-B381-8431-71402B4F3709}"/>
              </a:ext>
            </a:extLst>
          </p:cNvPr>
          <p:cNvSpPr>
            <a:spLocks noGrp="1"/>
          </p:cNvSpPr>
          <p:nvPr>
            <p:ph type="title"/>
          </p:nvPr>
        </p:nvSpPr>
        <p:spPr/>
        <p:txBody>
          <a:bodyPr/>
          <a:lstStyle/>
          <a:p>
            <a:r>
              <a:rPr lang="en-US" dirty="0"/>
              <a:t>Introduction of Probability </a:t>
            </a:r>
          </a:p>
        </p:txBody>
      </p:sp>
      <p:pic>
        <p:nvPicPr>
          <p:cNvPr id="5" name="Content Placeholder 4">
            <a:extLst>
              <a:ext uri="{FF2B5EF4-FFF2-40B4-BE49-F238E27FC236}">
                <a16:creationId xmlns:a16="http://schemas.microsoft.com/office/drawing/2014/main" id="{5E95EFB0-8B5F-421E-C078-D7848817134E}"/>
              </a:ext>
            </a:extLst>
          </p:cNvPr>
          <p:cNvPicPr>
            <a:picLocks noGrp="1" noChangeAspect="1"/>
          </p:cNvPicPr>
          <p:nvPr>
            <p:ph idx="1"/>
          </p:nvPr>
        </p:nvPicPr>
        <p:blipFill>
          <a:blip r:embed="rId2"/>
          <a:stretch>
            <a:fillRect/>
          </a:stretch>
        </p:blipFill>
        <p:spPr>
          <a:xfrm>
            <a:off x="970540" y="2311685"/>
            <a:ext cx="11095400" cy="3657600"/>
          </a:xfrm>
        </p:spPr>
      </p:pic>
    </p:spTree>
    <p:extLst>
      <p:ext uri="{BB962C8B-B14F-4D97-AF65-F5344CB8AC3E}">
        <p14:creationId xmlns:p14="http://schemas.microsoft.com/office/powerpoint/2010/main" val="19761379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091AE-CEBE-6006-F40D-B9B73E1C5D73}"/>
              </a:ext>
            </a:extLst>
          </p:cNvPr>
          <p:cNvSpPr>
            <a:spLocks noGrp="1"/>
          </p:cNvSpPr>
          <p:nvPr>
            <p:ph type="title"/>
          </p:nvPr>
        </p:nvSpPr>
        <p:spPr/>
        <p:txBody>
          <a:bodyPr/>
          <a:lstStyle/>
          <a:p>
            <a:r>
              <a:rPr lang="en-GB" dirty="0"/>
              <a:t>Summary</a:t>
            </a:r>
          </a:p>
        </p:txBody>
      </p:sp>
      <p:sp>
        <p:nvSpPr>
          <p:cNvPr id="3" name="Content Placeholder 2">
            <a:extLst>
              <a:ext uri="{FF2B5EF4-FFF2-40B4-BE49-F238E27FC236}">
                <a16:creationId xmlns:a16="http://schemas.microsoft.com/office/drawing/2014/main" id="{BA879F80-D3FE-1A3B-BA83-72F948BF5517}"/>
              </a:ext>
            </a:extLst>
          </p:cNvPr>
          <p:cNvSpPr>
            <a:spLocks noGrp="1"/>
          </p:cNvSpPr>
          <p:nvPr>
            <p:ph idx="1"/>
          </p:nvPr>
        </p:nvSpPr>
        <p:spPr/>
        <p:txBody>
          <a:bodyPr/>
          <a:lstStyle/>
          <a:p>
            <a:r>
              <a:rPr lang="en-GB" dirty="0"/>
              <a:t>In this lecture, students learned about major Statistical concepts. </a:t>
            </a:r>
          </a:p>
        </p:txBody>
      </p:sp>
    </p:spTree>
    <p:extLst>
      <p:ext uri="{BB962C8B-B14F-4D97-AF65-F5344CB8AC3E}">
        <p14:creationId xmlns:p14="http://schemas.microsoft.com/office/powerpoint/2010/main" val="31564517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161</TotalTime>
  <Words>865</Words>
  <Application>Microsoft Office PowerPoint</Application>
  <PresentationFormat>Widescreen</PresentationFormat>
  <Paragraphs>93</Paragraphs>
  <Slides>31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Arial</vt:lpstr>
      <vt:lpstr>Calibri</vt:lpstr>
      <vt:lpstr>Calibri Light</vt:lpstr>
      <vt:lpstr>Cambria Math</vt:lpstr>
      <vt:lpstr>Office Theme</vt:lpstr>
      <vt:lpstr>Basic Statistics and Probability </vt:lpstr>
      <vt:lpstr>Outline</vt:lpstr>
      <vt:lpstr>Mean </vt:lpstr>
      <vt:lpstr>Median </vt:lpstr>
      <vt:lpstr>Mode </vt:lpstr>
      <vt:lpstr>Practice Questions</vt:lpstr>
      <vt:lpstr>Variance </vt:lpstr>
      <vt:lpstr>Continue..</vt:lpstr>
      <vt:lpstr>Standard Deviation </vt:lpstr>
      <vt:lpstr>Introduction of Probability </vt:lpstr>
      <vt:lpstr>Introduction of Probability </vt:lpstr>
      <vt:lpstr>Introduction of Probability </vt:lpstr>
      <vt:lpstr>Introduction of Probability </vt:lpstr>
      <vt:lpstr>Introduction of Probability </vt:lpstr>
      <vt:lpstr>Introduction of Probability </vt:lpstr>
      <vt:lpstr>Introduction of Probability </vt:lpstr>
      <vt:lpstr>Introduction of Probability </vt:lpstr>
      <vt:lpstr>Introduction of Probability </vt:lpstr>
      <vt:lpstr>Introduction of Probability </vt:lpstr>
      <vt:lpstr>Introduction of Probability </vt:lpstr>
      <vt:lpstr>Introduction of Probability </vt:lpstr>
      <vt:lpstr>Introduction of Probability </vt:lpstr>
      <vt:lpstr>Introduction of Probability </vt:lpstr>
      <vt:lpstr>Introduction of Probability </vt:lpstr>
      <vt:lpstr>Introduction of Probability </vt:lpstr>
      <vt:lpstr>Introduction of Probability </vt:lpstr>
      <vt:lpstr>Introduction of Probability </vt:lpstr>
      <vt:lpstr>Introduction of Probability </vt:lpstr>
      <vt:lpstr>Introduction of Probability </vt:lpstr>
      <vt:lpstr>Introduction of Probability </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Sanan Qureshi</dc:creator>
  <cp:lastModifiedBy>Sanan Qureshi</cp:lastModifiedBy>
  <cp:revision>13</cp:revision>
  <dcterms:created xsi:type="dcterms:W3CDTF">2025-06-15T11:55:01Z</dcterms:created>
  <dcterms:modified xsi:type="dcterms:W3CDTF">2025-11-26T16:22:58Z</dcterms:modified>
</cp:coreProperties>
</file>